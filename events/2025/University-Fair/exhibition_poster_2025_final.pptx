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66" autoAdjust="0"/>
    <p:restoredTop sz="94660"/>
  </p:normalViewPr>
  <p:slideViewPr>
    <p:cSldViewPr snapToGrid="0">
      <p:cViewPr varScale="1">
        <p:scale>
          <a:sx n="88" d="100"/>
          <a:sy n="88" d="100"/>
        </p:scale>
        <p:origin x="3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ga Hanyu" userId="f18bd86c1b9e4fc5" providerId="LiveId" clId="{00C4529C-C183-4EC1-A348-06FB0461B874}"/>
    <pc:docChg chg="undo custSel modSld">
      <pc:chgData name="Yuga Hanyu" userId="f18bd86c1b9e4fc5" providerId="LiveId" clId="{00C4529C-C183-4EC1-A348-06FB0461B874}" dt="2025-08-03T23:51:57.478" v="1463" actId="122"/>
      <pc:docMkLst>
        <pc:docMk/>
      </pc:docMkLst>
      <pc:sldChg chg="addSp delSp modSp mod">
        <pc:chgData name="Yuga Hanyu" userId="f18bd86c1b9e4fc5" providerId="LiveId" clId="{00C4529C-C183-4EC1-A348-06FB0461B874}" dt="2025-08-03T23:51:57.478" v="1463" actId="122"/>
        <pc:sldMkLst>
          <pc:docMk/>
          <pc:sldMk cId="0" sldId="256"/>
        </pc:sldMkLst>
        <pc:spChg chg="mod ord">
          <ac:chgData name="Yuga Hanyu" userId="f18bd86c1b9e4fc5" providerId="LiveId" clId="{00C4529C-C183-4EC1-A348-06FB0461B874}" dt="2025-07-30T02:42:15.292" v="1097" actId="166"/>
          <ac:spMkLst>
            <pc:docMk/>
            <pc:sldMk cId="0" sldId="256"/>
            <ac:spMk id="9" creationId="{00000000-0000-0000-0000-000000000000}"/>
          </ac:spMkLst>
        </pc:spChg>
        <pc:spChg chg="mod">
          <ac:chgData name="Yuga Hanyu" userId="f18bd86c1b9e4fc5" providerId="LiveId" clId="{00C4529C-C183-4EC1-A348-06FB0461B874}" dt="2025-07-28T00:41:57.017" v="563" actId="20577"/>
          <ac:spMkLst>
            <pc:docMk/>
            <pc:sldMk cId="0" sldId="256"/>
            <ac:spMk id="13" creationId="{00000000-0000-0000-0000-000000000000}"/>
          </ac:spMkLst>
        </pc:spChg>
        <pc:spChg chg="mod">
          <ac:chgData name="Yuga Hanyu" userId="f18bd86c1b9e4fc5" providerId="LiveId" clId="{00C4529C-C183-4EC1-A348-06FB0461B874}" dt="2025-07-28T00:20:59.889" v="275" actId="1076"/>
          <ac:spMkLst>
            <pc:docMk/>
            <pc:sldMk cId="0" sldId="256"/>
            <ac:spMk id="15" creationId="{00000000-0000-0000-0000-000000000000}"/>
          </ac:spMkLst>
        </pc:spChg>
        <pc:spChg chg="mod">
          <ac:chgData name="Yuga Hanyu" userId="f18bd86c1b9e4fc5" providerId="LiveId" clId="{00C4529C-C183-4EC1-A348-06FB0461B874}" dt="2025-07-28T00:46:58.780" v="607" actId="1076"/>
          <ac:spMkLst>
            <pc:docMk/>
            <pc:sldMk cId="0" sldId="256"/>
            <ac:spMk id="16" creationId="{00000000-0000-0000-0000-000000000000}"/>
          </ac:spMkLst>
        </pc:spChg>
        <pc:spChg chg="mod">
          <ac:chgData name="Yuga Hanyu" userId="f18bd86c1b9e4fc5" providerId="LiveId" clId="{00C4529C-C183-4EC1-A348-06FB0461B874}" dt="2025-07-28T00:58:44.089" v="719" actId="20577"/>
          <ac:spMkLst>
            <pc:docMk/>
            <pc:sldMk cId="0" sldId="256"/>
            <ac:spMk id="17" creationId="{00000000-0000-0000-0000-000000000000}"/>
          </ac:spMkLst>
        </pc:spChg>
        <pc:spChg chg="mod">
          <ac:chgData name="Yuga Hanyu" userId="f18bd86c1b9e4fc5" providerId="LiveId" clId="{00C4529C-C183-4EC1-A348-06FB0461B874}" dt="2025-07-30T02:47:43.979" v="1255" actId="1076"/>
          <ac:spMkLst>
            <pc:docMk/>
            <pc:sldMk cId="0" sldId="256"/>
            <ac:spMk id="18" creationId="{00000000-0000-0000-0000-000000000000}"/>
          </ac:spMkLst>
        </pc:spChg>
        <pc:spChg chg="mod">
          <ac:chgData name="Yuga Hanyu" userId="f18bd86c1b9e4fc5" providerId="LiveId" clId="{00C4529C-C183-4EC1-A348-06FB0461B874}" dt="2025-07-30T02:56:37.124" v="1301" actId="20577"/>
          <ac:spMkLst>
            <pc:docMk/>
            <pc:sldMk cId="0" sldId="256"/>
            <ac:spMk id="19" creationId="{00000000-0000-0000-0000-000000000000}"/>
          </ac:spMkLst>
        </pc:spChg>
        <pc:spChg chg="mod">
          <ac:chgData name="Yuga Hanyu" userId="f18bd86c1b9e4fc5" providerId="LiveId" clId="{00C4529C-C183-4EC1-A348-06FB0461B874}" dt="2025-07-28T00:58:36.200" v="717" actId="20577"/>
          <ac:spMkLst>
            <pc:docMk/>
            <pc:sldMk cId="0" sldId="256"/>
            <ac:spMk id="20" creationId="{00000000-0000-0000-0000-000000000000}"/>
          </ac:spMkLst>
        </pc:spChg>
        <pc:spChg chg="mod">
          <ac:chgData name="Yuga Hanyu" userId="f18bd86c1b9e4fc5" providerId="LiveId" clId="{00C4529C-C183-4EC1-A348-06FB0461B874}" dt="2025-07-28T01:00:04.146" v="728" actId="20577"/>
          <ac:spMkLst>
            <pc:docMk/>
            <pc:sldMk cId="0" sldId="256"/>
            <ac:spMk id="21" creationId="{00000000-0000-0000-0000-000000000000}"/>
          </ac:spMkLst>
        </pc:spChg>
        <pc:spChg chg="mod">
          <ac:chgData name="Yuga Hanyu" userId="f18bd86c1b9e4fc5" providerId="LiveId" clId="{00C4529C-C183-4EC1-A348-06FB0461B874}" dt="2025-07-28T01:02:11.595" v="740" actId="1076"/>
          <ac:spMkLst>
            <pc:docMk/>
            <pc:sldMk cId="0" sldId="256"/>
            <ac:spMk id="22" creationId="{00000000-0000-0000-0000-000000000000}"/>
          </ac:spMkLst>
        </pc:spChg>
        <pc:spChg chg="mod">
          <ac:chgData name="Yuga Hanyu" userId="f18bd86c1b9e4fc5" providerId="LiveId" clId="{00C4529C-C183-4EC1-A348-06FB0461B874}" dt="2025-07-28T01:03:23.469" v="750" actId="20577"/>
          <ac:spMkLst>
            <pc:docMk/>
            <pc:sldMk cId="0" sldId="256"/>
            <ac:spMk id="23" creationId="{00000000-0000-0000-0000-000000000000}"/>
          </ac:spMkLst>
        </pc:spChg>
        <pc:spChg chg="mod">
          <ac:chgData name="Yuga Hanyu" userId="f18bd86c1b9e4fc5" providerId="LiveId" clId="{00C4529C-C183-4EC1-A348-06FB0461B874}" dt="2025-07-28T01:02:36.464" v="743" actId="1076"/>
          <ac:spMkLst>
            <pc:docMk/>
            <pc:sldMk cId="0" sldId="256"/>
            <ac:spMk id="24" creationId="{00000000-0000-0000-0000-000000000000}"/>
          </ac:spMkLst>
        </pc:spChg>
        <pc:spChg chg="add mod">
          <ac:chgData name="Yuga Hanyu" userId="f18bd86c1b9e4fc5" providerId="LiveId" clId="{00C4529C-C183-4EC1-A348-06FB0461B874}" dt="2025-07-28T04:01:37.710" v="967" actId="1076"/>
          <ac:spMkLst>
            <pc:docMk/>
            <pc:sldMk cId="0" sldId="256"/>
            <ac:spMk id="25" creationId="{70DEAFCD-9785-E693-4691-CC5DD7C608F9}"/>
          </ac:spMkLst>
        </pc:spChg>
        <pc:spChg chg="add mod">
          <ac:chgData name="Yuga Hanyu" userId="f18bd86c1b9e4fc5" providerId="LiveId" clId="{00C4529C-C183-4EC1-A348-06FB0461B874}" dt="2025-07-28T04:01:37.710" v="967" actId="1076"/>
          <ac:spMkLst>
            <pc:docMk/>
            <pc:sldMk cId="0" sldId="256"/>
            <ac:spMk id="27" creationId="{207042FD-FB6D-3BEE-8F04-33D799120343}"/>
          </ac:spMkLst>
        </pc:spChg>
        <pc:spChg chg="add mod">
          <ac:chgData name="Yuga Hanyu" userId="f18bd86c1b9e4fc5" providerId="LiveId" clId="{00C4529C-C183-4EC1-A348-06FB0461B874}" dt="2025-07-28T04:01:37.710" v="967" actId="1076"/>
          <ac:spMkLst>
            <pc:docMk/>
            <pc:sldMk cId="0" sldId="256"/>
            <ac:spMk id="28" creationId="{02CD982A-1962-915D-0E71-4845E30152F8}"/>
          </ac:spMkLst>
        </pc:spChg>
        <pc:spChg chg="mod">
          <ac:chgData name="Yuga Hanyu" userId="f18bd86c1b9e4fc5" providerId="LiveId" clId="{00C4529C-C183-4EC1-A348-06FB0461B874}" dt="2025-07-30T02:50:37.391" v="1265" actId="20577"/>
          <ac:spMkLst>
            <pc:docMk/>
            <pc:sldMk cId="0" sldId="256"/>
            <ac:spMk id="30" creationId="{00000000-0000-0000-0000-000000000000}"/>
          </ac:spMkLst>
        </pc:spChg>
        <pc:spChg chg="add mod">
          <ac:chgData name="Yuga Hanyu" userId="f18bd86c1b9e4fc5" providerId="LiveId" clId="{00C4529C-C183-4EC1-A348-06FB0461B874}" dt="2025-07-28T00:37:57.082" v="472" actId="1076"/>
          <ac:spMkLst>
            <pc:docMk/>
            <pc:sldMk cId="0" sldId="256"/>
            <ac:spMk id="32" creationId="{B841BEAA-6092-438A-895B-AAD7321FC7D6}"/>
          </ac:spMkLst>
        </pc:spChg>
        <pc:spChg chg="mod">
          <ac:chgData name="Yuga Hanyu" userId="f18bd86c1b9e4fc5" providerId="LiveId" clId="{00C4529C-C183-4EC1-A348-06FB0461B874}" dt="2025-08-03T23:51:57.478" v="1463" actId="122"/>
          <ac:spMkLst>
            <pc:docMk/>
            <pc:sldMk cId="0" sldId="256"/>
            <ac:spMk id="43" creationId="{00000000-0000-0000-0000-000000000000}"/>
          </ac:spMkLst>
        </pc:spChg>
        <pc:spChg chg="add mod">
          <ac:chgData name="Yuga Hanyu" userId="f18bd86c1b9e4fc5" providerId="LiveId" clId="{00C4529C-C183-4EC1-A348-06FB0461B874}" dt="2025-07-28T00:37:53.942" v="471" actId="1076"/>
          <ac:spMkLst>
            <pc:docMk/>
            <pc:sldMk cId="0" sldId="256"/>
            <ac:spMk id="44" creationId="{4BC2DFCA-4724-9EB7-691B-BCFDF0304974}"/>
          </ac:spMkLst>
        </pc:spChg>
        <pc:spChg chg="add mod">
          <ac:chgData name="Yuga Hanyu" userId="f18bd86c1b9e4fc5" providerId="LiveId" clId="{00C4529C-C183-4EC1-A348-06FB0461B874}" dt="2025-07-28T00:38:05.172" v="473" actId="1076"/>
          <ac:spMkLst>
            <pc:docMk/>
            <pc:sldMk cId="0" sldId="256"/>
            <ac:spMk id="45" creationId="{48488E01-1B9A-D376-3B49-D839FBDBB203}"/>
          </ac:spMkLst>
        </pc:spChg>
        <pc:spChg chg="add mod">
          <ac:chgData name="Yuga Hanyu" userId="f18bd86c1b9e4fc5" providerId="LiveId" clId="{00C4529C-C183-4EC1-A348-06FB0461B874}" dt="2025-07-28T00:39:17.372" v="493" actId="1076"/>
          <ac:spMkLst>
            <pc:docMk/>
            <pc:sldMk cId="0" sldId="256"/>
            <ac:spMk id="51" creationId="{AF756A26-2F1B-8FE5-2784-DE069CABAD52}"/>
          </ac:spMkLst>
        </pc:spChg>
        <pc:spChg chg="add mod">
          <ac:chgData name="Yuga Hanyu" userId="f18bd86c1b9e4fc5" providerId="LiveId" clId="{00C4529C-C183-4EC1-A348-06FB0461B874}" dt="2025-07-28T00:40:12.748" v="527" actId="1076"/>
          <ac:spMkLst>
            <pc:docMk/>
            <pc:sldMk cId="0" sldId="256"/>
            <ac:spMk id="54" creationId="{B162DAEE-5A31-4899-E76D-7BA36D5A41C7}"/>
          </ac:spMkLst>
        </pc:spChg>
        <pc:spChg chg="add mod">
          <ac:chgData name="Yuga Hanyu" userId="f18bd86c1b9e4fc5" providerId="LiveId" clId="{00C4529C-C183-4EC1-A348-06FB0461B874}" dt="2025-07-28T00:40:03.437" v="526" actId="20577"/>
          <ac:spMkLst>
            <pc:docMk/>
            <pc:sldMk cId="0" sldId="256"/>
            <ac:spMk id="55" creationId="{08D15BAA-AF89-C1AC-77C4-FB53E5498583}"/>
          </ac:spMkLst>
        </pc:spChg>
        <pc:spChg chg="add mod">
          <ac:chgData name="Yuga Hanyu" userId="f18bd86c1b9e4fc5" providerId="LiveId" clId="{00C4529C-C183-4EC1-A348-06FB0461B874}" dt="2025-07-28T00:51:55.701" v="634" actId="1076"/>
          <ac:spMkLst>
            <pc:docMk/>
            <pc:sldMk cId="0" sldId="256"/>
            <ac:spMk id="57" creationId="{497A6AD5-E0C2-B239-F326-CA40D175422B}"/>
          </ac:spMkLst>
        </pc:spChg>
        <pc:spChg chg="add mod">
          <ac:chgData name="Yuga Hanyu" userId="f18bd86c1b9e4fc5" providerId="LiveId" clId="{00C4529C-C183-4EC1-A348-06FB0461B874}" dt="2025-07-28T00:52:21.147" v="639" actId="14100"/>
          <ac:spMkLst>
            <pc:docMk/>
            <pc:sldMk cId="0" sldId="256"/>
            <ac:spMk id="58" creationId="{8B85CE1B-1785-6769-0565-A37F20091462}"/>
          </ac:spMkLst>
        </pc:spChg>
        <pc:spChg chg="add mod ord">
          <ac:chgData name="Yuga Hanyu" userId="f18bd86c1b9e4fc5" providerId="LiveId" clId="{00C4529C-C183-4EC1-A348-06FB0461B874}" dt="2025-08-03T23:49:45.795" v="1409" actId="166"/>
          <ac:spMkLst>
            <pc:docMk/>
            <pc:sldMk cId="0" sldId="256"/>
            <ac:spMk id="59" creationId="{F739C14E-B5E4-A85A-673B-76190E75B999}"/>
          </ac:spMkLst>
        </pc:spChg>
        <pc:spChg chg="add mod">
          <ac:chgData name="Yuga Hanyu" userId="f18bd86c1b9e4fc5" providerId="LiveId" clId="{00C4529C-C183-4EC1-A348-06FB0461B874}" dt="2025-07-28T00:53:23.865" v="648" actId="14100"/>
          <ac:spMkLst>
            <pc:docMk/>
            <pc:sldMk cId="0" sldId="256"/>
            <ac:spMk id="61" creationId="{F8A2B126-7A93-756E-AF1F-45F51EF02E06}"/>
          </ac:spMkLst>
        </pc:spChg>
        <pc:spChg chg="add mod ord">
          <ac:chgData name="Yuga Hanyu" userId="f18bd86c1b9e4fc5" providerId="LiveId" clId="{00C4529C-C183-4EC1-A348-06FB0461B874}" dt="2025-08-03T23:50:13.972" v="1414" actId="1076"/>
          <ac:spMkLst>
            <pc:docMk/>
            <pc:sldMk cId="0" sldId="256"/>
            <ac:spMk id="62" creationId="{CDD0FB62-B3D4-B981-1245-18FDC97758FA}"/>
          </ac:spMkLst>
        </pc:spChg>
        <pc:spChg chg="mod">
          <ac:chgData name="Yuga Hanyu" userId="f18bd86c1b9e4fc5" providerId="LiveId" clId="{00C4529C-C183-4EC1-A348-06FB0461B874}" dt="2025-07-28T00:57:46.067" v="709" actId="20577"/>
          <ac:spMkLst>
            <pc:docMk/>
            <pc:sldMk cId="0" sldId="256"/>
            <ac:spMk id="88" creationId="{00000000-0000-0000-0000-000000000000}"/>
          </ac:spMkLst>
        </pc:spChg>
        <pc:spChg chg="mod">
          <ac:chgData name="Yuga Hanyu" userId="f18bd86c1b9e4fc5" providerId="LiveId" clId="{00C4529C-C183-4EC1-A348-06FB0461B874}" dt="2025-07-28T00:40:42.256" v="558" actId="20577"/>
          <ac:spMkLst>
            <pc:docMk/>
            <pc:sldMk cId="0" sldId="256"/>
            <ac:spMk id="89" creationId="{00000000-0000-0000-0000-000000000000}"/>
          </ac:spMkLst>
        </pc:spChg>
        <pc:spChg chg="mod">
          <ac:chgData name="Yuga Hanyu" userId="f18bd86c1b9e4fc5" providerId="LiveId" clId="{00C4529C-C183-4EC1-A348-06FB0461B874}" dt="2025-07-28T01:00:53.674" v="729" actId="20577"/>
          <ac:spMkLst>
            <pc:docMk/>
            <pc:sldMk cId="0" sldId="256"/>
            <ac:spMk id="90" creationId="{00000000-0000-0000-0000-000000000000}"/>
          </ac:spMkLst>
        </pc:spChg>
        <pc:spChg chg="mod">
          <ac:chgData name="Yuga Hanyu" userId="f18bd86c1b9e4fc5" providerId="LiveId" clId="{00C4529C-C183-4EC1-A348-06FB0461B874}" dt="2025-07-28T00:20:44.174" v="273" actId="20577"/>
          <ac:spMkLst>
            <pc:docMk/>
            <pc:sldMk cId="0" sldId="256"/>
            <ac:spMk id="91" creationId="{00000000-0000-0000-0000-000000000000}"/>
          </ac:spMkLst>
        </pc:spChg>
        <pc:spChg chg="mod">
          <ac:chgData name="Yuga Hanyu" userId="f18bd86c1b9e4fc5" providerId="LiveId" clId="{00C4529C-C183-4EC1-A348-06FB0461B874}" dt="2025-07-28T00:59:09.769" v="720" actId="20577"/>
          <ac:spMkLst>
            <pc:docMk/>
            <pc:sldMk cId="0" sldId="256"/>
            <ac:spMk id="100" creationId="{00000000-0000-0000-0000-000000000000}"/>
          </ac:spMkLst>
        </pc:spChg>
        <pc:spChg chg="mod">
          <ac:chgData name="Yuga Hanyu" userId="f18bd86c1b9e4fc5" providerId="LiveId" clId="{00C4529C-C183-4EC1-A348-06FB0461B874}" dt="2025-07-28T00:44:37.162" v="596" actId="20577"/>
          <ac:spMkLst>
            <pc:docMk/>
            <pc:sldMk cId="0" sldId="256"/>
            <ac:spMk id="138" creationId="{00000000-0000-0000-0000-000000000000}"/>
          </ac:spMkLst>
        </pc:spChg>
        <pc:spChg chg="mod">
          <ac:chgData name="Yuga Hanyu" userId="f18bd86c1b9e4fc5" providerId="LiveId" clId="{00C4529C-C183-4EC1-A348-06FB0461B874}" dt="2025-07-30T02:41:39.730" v="1095" actId="20577"/>
          <ac:spMkLst>
            <pc:docMk/>
            <pc:sldMk cId="0" sldId="256"/>
            <ac:spMk id="166" creationId="{00000000-0000-0000-0000-000000000000}"/>
          </ac:spMkLst>
        </pc:spChg>
        <pc:spChg chg="mod">
          <ac:chgData name="Yuga Hanyu" userId="f18bd86c1b9e4fc5" providerId="LiveId" clId="{00C4529C-C183-4EC1-A348-06FB0461B874}" dt="2025-07-30T02:50:17.537" v="1264"/>
          <ac:spMkLst>
            <pc:docMk/>
            <pc:sldMk cId="0" sldId="256"/>
            <ac:spMk id="167" creationId="{00000000-0000-0000-0000-000000000000}"/>
          </ac:spMkLst>
        </pc:spChg>
        <pc:spChg chg="mod">
          <ac:chgData name="Yuga Hanyu" userId="f18bd86c1b9e4fc5" providerId="LiveId" clId="{00C4529C-C183-4EC1-A348-06FB0461B874}" dt="2025-07-28T00:51:02.338" v="625" actId="1076"/>
          <ac:spMkLst>
            <pc:docMk/>
            <pc:sldMk cId="0" sldId="256"/>
            <ac:spMk id="172" creationId="{00000000-0000-0000-0000-000000000000}"/>
          </ac:spMkLst>
        </pc:spChg>
        <pc:spChg chg="mod">
          <ac:chgData name="Yuga Hanyu" userId="f18bd86c1b9e4fc5" providerId="LiveId" clId="{00C4529C-C183-4EC1-A348-06FB0461B874}" dt="2025-07-28T00:51:02.338" v="625" actId="1076"/>
          <ac:spMkLst>
            <pc:docMk/>
            <pc:sldMk cId="0" sldId="256"/>
            <ac:spMk id="174" creationId="{00000000-0000-0000-0000-000000000000}"/>
          </ac:spMkLst>
        </pc:spChg>
        <pc:spChg chg="mod">
          <ac:chgData name="Yuga Hanyu" userId="f18bd86c1b9e4fc5" providerId="LiveId" clId="{00C4529C-C183-4EC1-A348-06FB0461B874}" dt="2025-07-28T00:51:02.338" v="625" actId="1076"/>
          <ac:spMkLst>
            <pc:docMk/>
            <pc:sldMk cId="0" sldId="256"/>
            <ac:spMk id="175" creationId="{00000000-0000-0000-0000-000000000000}"/>
          </ac:spMkLst>
        </pc:spChg>
        <pc:spChg chg="mod">
          <ac:chgData name="Yuga Hanyu" userId="f18bd86c1b9e4fc5" providerId="LiveId" clId="{00C4529C-C183-4EC1-A348-06FB0461B874}" dt="2025-08-03T23:43:17.117" v="1312" actId="1076"/>
          <ac:spMkLst>
            <pc:docMk/>
            <pc:sldMk cId="0" sldId="256"/>
            <ac:spMk id="183" creationId="{00000000-0000-0000-0000-000000000000}"/>
          </ac:spMkLst>
        </pc:spChg>
        <pc:spChg chg="mod">
          <ac:chgData name="Yuga Hanyu" userId="f18bd86c1b9e4fc5" providerId="LiveId" clId="{00C4529C-C183-4EC1-A348-06FB0461B874}" dt="2025-08-03T23:45:47.213" v="1365" actId="1076"/>
          <ac:spMkLst>
            <pc:docMk/>
            <pc:sldMk cId="0" sldId="256"/>
            <ac:spMk id="184" creationId="{00000000-0000-0000-0000-000000000000}"/>
          </ac:spMkLst>
        </pc:spChg>
        <pc:spChg chg="mod">
          <ac:chgData name="Yuga Hanyu" userId="f18bd86c1b9e4fc5" providerId="LiveId" clId="{00C4529C-C183-4EC1-A348-06FB0461B874}" dt="2025-08-03T23:45:55.891" v="1373" actId="20577"/>
          <ac:spMkLst>
            <pc:docMk/>
            <pc:sldMk cId="0" sldId="256"/>
            <ac:spMk id="185" creationId="{00000000-0000-0000-0000-000000000000}"/>
          </ac:spMkLst>
        </pc:spChg>
        <pc:spChg chg="mod">
          <ac:chgData name="Yuga Hanyu" userId="f18bd86c1b9e4fc5" providerId="LiveId" clId="{00C4529C-C183-4EC1-A348-06FB0461B874}" dt="2025-08-03T23:45:25.271" v="1351" actId="20577"/>
          <ac:spMkLst>
            <pc:docMk/>
            <pc:sldMk cId="0" sldId="256"/>
            <ac:spMk id="191" creationId="{00000000-0000-0000-0000-000000000000}"/>
          </ac:spMkLst>
        </pc:spChg>
        <pc:spChg chg="mod">
          <ac:chgData name="Yuga Hanyu" userId="f18bd86c1b9e4fc5" providerId="LiveId" clId="{00C4529C-C183-4EC1-A348-06FB0461B874}" dt="2025-08-03T23:51:09.939" v="1461" actId="20577"/>
          <ac:spMkLst>
            <pc:docMk/>
            <pc:sldMk cId="0" sldId="256"/>
            <ac:spMk id="195" creationId="{00000000-0000-0000-0000-000000000000}"/>
          </ac:spMkLst>
        </pc:spChg>
        <pc:spChg chg="mod">
          <ac:chgData name="Yuga Hanyu" userId="f18bd86c1b9e4fc5" providerId="LiveId" clId="{00C4529C-C183-4EC1-A348-06FB0461B874}" dt="2025-08-03T23:50:53.548" v="1440" actId="1076"/>
          <ac:spMkLst>
            <pc:docMk/>
            <pc:sldMk cId="0" sldId="256"/>
            <ac:spMk id="196" creationId="{00000000-0000-0000-0000-000000000000}"/>
          </ac:spMkLst>
        </pc:spChg>
        <pc:spChg chg="mod ord">
          <ac:chgData name="Yuga Hanyu" userId="f18bd86c1b9e4fc5" providerId="LiveId" clId="{00C4529C-C183-4EC1-A348-06FB0461B874}" dt="2025-08-03T23:44:30.483" v="1328" actId="167"/>
          <ac:spMkLst>
            <pc:docMk/>
            <pc:sldMk cId="0" sldId="256"/>
            <ac:spMk id="197" creationId="{00000000-0000-0000-0000-000000000000}"/>
          </ac:spMkLst>
        </pc:spChg>
        <pc:spChg chg="mod ord">
          <ac:chgData name="Yuga Hanyu" userId="f18bd86c1b9e4fc5" providerId="LiveId" clId="{00C4529C-C183-4EC1-A348-06FB0461B874}" dt="2025-08-03T23:45:01.759" v="1331" actId="1076"/>
          <ac:spMkLst>
            <pc:docMk/>
            <pc:sldMk cId="0" sldId="256"/>
            <ac:spMk id="198" creationId="{00000000-0000-0000-0000-000000000000}"/>
          </ac:spMkLst>
        </pc:spChg>
        <pc:spChg chg="mod">
          <ac:chgData name="Yuga Hanyu" userId="f18bd86c1b9e4fc5" providerId="LiveId" clId="{00C4529C-C183-4EC1-A348-06FB0461B874}" dt="2025-07-28T00:20:49.422" v="274" actId="20577"/>
          <ac:spMkLst>
            <pc:docMk/>
            <pc:sldMk cId="0" sldId="256"/>
            <ac:spMk id="201" creationId="{00000000-0000-0000-0000-000000000000}"/>
          </ac:spMkLst>
        </pc:spChg>
        <pc:grpChg chg="mod">
          <ac:chgData name="Yuga Hanyu" userId="f18bd86c1b9e4fc5" providerId="LiveId" clId="{00C4529C-C183-4EC1-A348-06FB0461B874}" dt="2025-08-03T23:49:51.065" v="1411" actId="1076"/>
          <ac:grpSpMkLst>
            <pc:docMk/>
            <pc:sldMk cId="0" sldId="256"/>
            <ac:grpSpMk id="3" creationId="{00000000-0000-0000-0000-000000000000}"/>
          </ac:grpSpMkLst>
        </pc:grpChg>
        <pc:grpChg chg="mod">
          <ac:chgData name="Yuga Hanyu" userId="f18bd86c1b9e4fc5" providerId="LiveId" clId="{00C4529C-C183-4EC1-A348-06FB0461B874}" dt="2025-07-28T00:58:25.547" v="715" actId="1076"/>
          <ac:grpSpMkLst>
            <pc:docMk/>
            <pc:sldMk cId="0" sldId="256"/>
            <ac:grpSpMk id="4" creationId="{00000000-0000-0000-0000-000000000000}"/>
          </ac:grpSpMkLst>
        </pc:grpChg>
        <pc:graphicFrameChg chg="add mod modGraphic">
          <ac:chgData name="Yuga Hanyu" userId="f18bd86c1b9e4fc5" providerId="LiveId" clId="{00C4529C-C183-4EC1-A348-06FB0461B874}" dt="2025-07-28T00:32:58.007" v="361" actId="1076"/>
          <ac:graphicFrameMkLst>
            <pc:docMk/>
            <pc:sldMk cId="0" sldId="256"/>
            <ac:graphicFrameMk id="35" creationId="{A3CA4AA2-1ECF-6E32-CA60-226B72812C0A}"/>
          </ac:graphicFrameMkLst>
        </pc:graphicFrameChg>
        <pc:picChg chg="add mod modCrop">
          <ac:chgData name="Yuga Hanyu" userId="f18bd86c1b9e4fc5" providerId="LiveId" clId="{00C4529C-C183-4EC1-A348-06FB0461B874}" dt="2025-07-28T04:01:37.710" v="967" actId="1076"/>
          <ac:picMkLst>
            <pc:docMk/>
            <pc:sldMk cId="0" sldId="256"/>
            <ac:picMk id="14" creationId="{B5C30CF3-C0CC-7877-8831-427CB051AA94}"/>
          </ac:picMkLst>
        </pc:picChg>
        <pc:picChg chg="add mod ord modCrop">
          <ac:chgData name="Yuga Hanyu" userId="f18bd86c1b9e4fc5" providerId="LiveId" clId="{00C4529C-C183-4EC1-A348-06FB0461B874}" dt="2025-07-30T02:42:01.839" v="1096" actId="167"/>
          <ac:picMkLst>
            <pc:docMk/>
            <pc:sldMk cId="0" sldId="256"/>
            <ac:picMk id="26" creationId="{ADC6F289-A3FC-E9B1-F317-B4C2C6F79219}"/>
          </ac:picMkLst>
        </pc:picChg>
        <pc:picChg chg="mod">
          <ac:chgData name="Yuga Hanyu" userId="f18bd86c1b9e4fc5" providerId="LiveId" clId="{00C4529C-C183-4EC1-A348-06FB0461B874}" dt="2025-07-28T00:42:48.785" v="573" actId="1076"/>
          <ac:picMkLst>
            <pc:docMk/>
            <pc:sldMk cId="0" sldId="256"/>
            <ac:picMk id="40" creationId="{00000000-0000-0000-0000-000000000000}"/>
          </ac:picMkLst>
        </pc:picChg>
        <pc:picChg chg="mod">
          <ac:chgData name="Yuga Hanyu" userId="f18bd86c1b9e4fc5" providerId="LiveId" clId="{00C4529C-C183-4EC1-A348-06FB0461B874}" dt="2025-07-28T00:49:32.850" v="614" actId="1076"/>
          <ac:picMkLst>
            <pc:docMk/>
            <pc:sldMk cId="0" sldId="256"/>
            <ac:picMk id="168" creationId="{00000000-0000-0000-0000-000000000000}"/>
          </ac:picMkLst>
        </pc:picChg>
        <pc:picChg chg="ord">
          <ac:chgData name="Yuga Hanyu" userId="f18bd86c1b9e4fc5" providerId="LiveId" clId="{00C4529C-C183-4EC1-A348-06FB0461B874}" dt="2025-08-03T23:49:04.977" v="1405" actId="167"/>
          <ac:picMkLst>
            <pc:docMk/>
            <pc:sldMk cId="0" sldId="256"/>
            <ac:picMk id="169" creationId="{00000000-0000-0000-0000-000000000000}"/>
          </ac:picMkLst>
        </pc:picChg>
        <pc:picChg chg="ord">
          <ac:chgData name="Yuga Hanyu" userId="f18bd86c1b9e4fc5" providerId="LiveId" clId="{00C4529C-C183-4EC1-A348-06FB0461B874}" dt="2025-08-03T23:44:39.590" v="1329" actId="167"/>
          <ac:picMkLst>
            <pc:docMk/>
            <pc:sldMk cId="0" sldId="256"/>
            <ac:picMk id="176" creationId="{00000000-0000-0000-0000-000000000000}"/>
          </ac:picMkLst>
        </pc:picChg>
        <pc:picChg chg="mod">
          <ac:chgData name="Yuga Hanyu" userId="f18bd86c1b9e4fc5" providerId="LiveId" clId="{00C4529C-C183-4EC1-A348-06FB0461B874}" dt="2025-07-28T00:47:52.186" v="613" actId="1076"/>
          <ac:picMkLst>
            <pc:docMk/>
            <pc:sldMk cId="0" sldId="256"/>
            <ac:picMk id="187" creationId="{00000000-0000-0000-0000-000000000000}"/>
          </ac:picMkLst>
        </pc:picChg>
        <pc:picChg chg="mod">
          <ac:chgData name="Yuga Hanyu" userId="f18bd86c1b9e4fc5" providerId="LiveId" clId="{00C4529C-C183-4EC1-A348-06FB0461B874}" dt="2025-07-28T00:47:52.186" v="613" actId="1076"/>
          <ac:picMkLst>
            <pc:docMk/>
            <pc:sldMk cId="0" sldId="256"/>
            <ac:picMk id="188" creationId="{00000000-0000-0000-0000-000000000000}"/>
          </ac:picMkLst>
        </pc:picChg>
        <pc:picChg chg="mod">
          <ac:chgData name="Yuga Hanyu" userId="f18bd86c1b9e4fc5" providerId="LiveId" clId="{00C4529C-C183-4EC1-A348-06FB0461B874}" dt="2025-07-28T00:49:41.864" v="617" actId="1076"/>
          <ac:picMkLst>
            <pc:docMk/>
            <pc:sldMk cId="0" sldId="256"/>
            <ac:picMk id="189" creationId="{00000000-0000-0000-0000-000000000000}"/>
          </ac:picMkLst>
        </pc:picChg>
        <pc:cxnChg chg="add mod">
          <ac:chgData name="Yuga Hanyu" userId="f18bd86c1b9e4fc5" providerId="LiveId" clId="{00C4529C-C183-4EC1-A348-06FB0461B874}" dt="2025-07-28T00:33:01.160" v="362" actId="1076"/>
          <ac:cxnSpMkLst>
            <pc:docMk/>
            <pc:sldMk cId="0" sldId="256"/>
            <ac:cxnSpMk id="34" creationId="{C60CCE43-BDFC-B815-FA0E-41654FFCBA93}"/>
          </ac:cxnSpMkLst>
        </pc:cxnChg>
        <pc:cxnChg chg="add mod">
          <ac:chgData name="Yuga Hanyu" userId="f18bd86c1b9e4fc5" providerId="LiveId" clId="{00C4529C-C183-4EC1-A348-06FB0461B874}" dt="2025-07-28T00:33:35.762" v="364" actId="1076"/>
          <ac:cxnSpMkLst>
            <pc:docMk/>
            <pc:sldMk cId="0" sldId="256"/>
            <ac:cxnSpMk id="38" creationId="{3700617E-21D7-D5D3-A92D-2F5915E894A0}"/>
          </ac:cxnSpMkLst>
        </pc:cxnChg>
        <pc:cxnChg chg="add mod">
          <ac:chgData name="Yuga Hanyu" userId="f18bd86c1b9e4fc5" providerId="LiveId" clId="{00C4529C-C183-4EC1-A348-06FB0461B874}" dt="2025-07-28T00:39:37.961" v="512" actId="1076"/>
          <ac:cxnSpMkLst>
            <pc:docMk/>
            <pc:sldMk cId="0" sldId="256"/>
            <ac:cxnSpMk id="46" creationId="{873F59BA-3F39-7F5E-CBE6-62D53610E68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8/25/25</a:t>
            </a:fld>
            <a:endParaRPr lang="en-US"/>
          </a:p>
        </p:txBody>
      </p:sp>
      <p:sp>
        <p:nvSpPr>
          <p:cNvPr id="4" name="Slide Image Placeholder 3"/>
          <p:cNvSpPr>
            <a:spLocks noGrp="1" noRot="1" noChangeAspect="1"/>
          </p:cNvSpPr>
          <p:nvPr>
            <p:ph type="sldImg" idx="2"/>
          </p:nvPr>
        </p:nvSpPr>
        <p:spPr>
          <a:xfrm>
            <a:off x="2360735" y="1143000"/>
            <a:ext cx="2136531"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360613" y="1143000"/>
            <a:ext cx="2136775"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25D037-563F-4428-AF98-BA94D1E94913}" type="datetimeFigureOut">
              <a:rPr lang="en-US" smtClean="0"/>
              <a:t>8/25/25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25D037-563F-4428-AF98-BA94D1E94913}" type="datetimeFigureOut">
              <a:rPr lang="en-US" smtClean="0"/>
              <a:t>8/25/25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25D037-563F-4428-AF98-BA94D1E94913}" type="datetimeFigureOut">
              <a:rPr lang="en-US" smtClean="0"/>
              <a:t>8/25/25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25D037-563F-4428-AF98-BA94D1E94913}" type="datetimeFigureOut">
              <a:rPr lang="en-US" smtClean="0"/>
              <a:t>8/25/25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25D037-563F-4428-AF98-BA94D1E94913}" type="datetimeFigureOut">
              <a:rPr lang="en-US" smtClean="0"/>
              <a:t>8/25/25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25D037-563F-4428-AF98-BA94D1E94913}" type="datetimeFigureOut">
              <a:rPr lang="en-US" smtClean="0"/>
              <a:t>8/25/25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25D037-563F-4428-AF98-BA94D1E94913}" type="datetimeFigureOut">
              <a:rPr lang="en-US" smtClean="0"/>
              <a:t>8/25/25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25D037-563F-4428-AF98-BA94D1E94913}" type="datetimeFigureOut">
              <a:rPr lang="en-US" smtClean="0"/>
              <a:t>8/25/25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25D037-563F-4428-AF98-BA94D1E94913}" type="datetimeFigureOut">
              <a:rPr lang="en-US" smtClean="0"/>
              <a:t>8/25/25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25D037-563F-4428-AF98-BA94D1E94913}" type="datetimeFigureOut">
              <a:rPr lang="en-US" smtClean="0"/>
              <a:t>8/25/25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25D037-563F-4428-AF98-BA94D1E94913}" type="datetimeFigureOut">
              <a:rPr lang="en-US" smtClean="0"/>
              <a:t>8/25/25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032143-2CA2-4590-84A5-E4B75B768B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825D037-563F-4428-AF98-BA94D1E94913}" type="datetimeFigureOut">
              <a:rPr lang="en-US" smtClean="0"/>
              <a:t>8/25/25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9032143-2CA2-4590-84A5-E4B75B768B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8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8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8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8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図 25" descr="ダイアグラム, 設計図&#10;&#10;自動的に生成された説明">
            <a:extLst>
              <a:ext uri="{FF2B5EF4-FFF2-40B4-BE49-F238E27FC236}">
                <a16:creationId xmlns:a16="http://schemas.microsoft.com/office/drawing/2014/main" id="{ADC6F289-A3FC-E9B1-F317-B4C2C6F79219}"/>
              </a:ext>
            </a:extLst>
          </p:cNvPr>
          <p:cNvPicPr>
            <a:picLocks noChangeAspect="1"/>
          </p:cNvPicPr>
          <p:nvPr/>
        </p:nvPicPr>
        <p:blipFill>
          <a:blip r:embed="rId3">
            <a:extLst>
              <a:ext uri="{28A0092B-C50C-407E-A947-70E740481C1C}">
                <a14:useLocalDpi xmlns:a14="http://schemas.microsoft.com/office/drawing/2010/main" val="0"/>
              </a:ext>
            </a:extLst>
          </a:blip>
          <a:srcRect l="57475" t="15283" r="1" b="12982"/>
          <a:stretch>
            <a:fillRect/>
          </a:stretch>
        </p:blipFill>
        <p:spPr>
          <a:xfrm>
            <a:off x="1926747" y="1667627"/>
            <a:ext cx="610593" cy="574337"/>
          </a:xfrm>
          <a:prstGeom prst="rect">
            <a:avLst/>
          </a:prstGeom>
        </p:spPr>
      </p:pic>
      <p:pic>
        <p:nvPicPr>
          <p:cNvPr id="40" name="Picture 39"/>
          <p:cNvPicPr>
            <a:picLocks noChangeAspect="1"/>
          </p:cNvPicPr>
          <p:nvPr/>
        </p:nvPicPr>
        <p:blipFill>
          <a:blip r:embed="rId4"/>
          <a:stretch>
            <a:fillRect/>
          </a:stretch>
        </p:blipFill>
        <p:spPr>
          <a:xfrm>
            <a:off x="189542" y="5781360"/>
            <a:ext cx="3222313" cy="835020"/>
          </a:xfrm>
          <a:prstGeom prst="rect">
            <a:avLst/>
          </a:prstGeom>
        </p:spPr>
      </p:pic>
      <p:pic>
        <p:nvPicPr>
          <p:cNvPr id="39" name="Picture 38"/>
          <p:cNvPicPr>
            <a:picLocks noChangeAspect="1"/>
          </p:cNvPicPr>
          <p:nvPr/>
        </p:nvPicPr>
        <p:blipFill>
          <a:blip r:embed="rId5"/>
          <a:stretch>
            <a:fillRect/>
          </a:stretch>
        </p:blipFill>
        <p:spPr>
          <a:xfrm>
            <a:off x="329565" y="3872865"/>
            <a:ext cx="2782570" cy="1326515"/>
          </a:xfrm>
          <a:prstGeom prst="rect">
            <a:avLst/>
          </a:prstGeom>
        </p:spPr>
      </p:pic>
      <p:sp>
        <p:nvSpPr>
          <p:cNvPr id="2" name="Rectangle 1"/>
          <p:cNvSpPr/>
          <p:nvPr/>
        </p:nvSpPr>
        <p:spPr>
          <a:xfrm>
            <a:off x="-9525" y="-11430"/>
            <a:ext cx="6870700" cy="898525"/>
          </a:xfrm>
          <a:prstGeom prst="rect">
            <a:avLst/>
          </a:prstGeom>
          <a:gradFill>
            <a:gsLst>
              <a:gs pos="0">
                <a:schemeClr val="accent3">
                  <a:lumMod val="60000"/>
                  <a:lumOff val="40000"/>
                </a:schemeClr>
              </a:gs>
              <a:gs pos="50000">
                <a:schemeClr val="accent4">
                  <a:lumMod val="40000"/>
                  <a:lumOff val="60000"/>
                </a:schemeClr>
              </a:gs>
              <a:gs pos="100000">
                <a:schemeClr val="accent4">
                  <a:lumMod val="20000"/>
                  <a:lumOff val="80000"/>
                </a:schemeClr>
              </a:gs>
            </a:gsLst>
            <a:lin ang="5400000" scaled="0"/>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29" name="Picture 28"/>
          <p:cNvPicPr>
            <a:picLocks noChangeAspect="1"/>
          </p:cNvPicPr>
          <p:nvPr userDrawn="1"/>
        </p:nvPicPr>
        <p:blipFill>
          <a:blip r:embed="rId6"/>
          <a:stretch>
            <a:fillRect/>
          </a:stretch>
        </p:blipFill>
        <p:spPr>
          <a:xfrm>
            <a:off x="132239" y="-7463"/>
            <a:ext cx="812165" cy="842645"/>
          </a:xfrm>
          <a:prstGeom prst="rect">
            <a:avLst/>
          </a:prstGeom>
          <a:noFill/>
        </p:spPr>
      </p:pic>
      <p:sp>
        <p:nvSpPr>
          <p:cNvPr id="30" name="Rectangle 29"/>
          <p:cNvSpPr/>
          <p:nvPr/>
        </p:nvSpPr>
        <p:spPr>
          <a:xfrm>
            <a:off x="776606" y="-179070"/>
            <a:ext cx="5319276" cy="1022350"/>
          </a:xfrm>
          <a:prstGeom prst="rect">
            <a:avLst/>
          </a:prstGeom>
          <a:noFill/>
          <a:ln w="28575" cmpd="sng">
            <a:noFill/>
            <a:prstDash val="sysDot"/>
          </a:ln>
        </p:spPr>
        <p:style>
          <a:lnRef idx="2">
            <a:schemeClr val="accent1"/>
          </a:lnRef>
          <a:fillRef idx="1">
            <a:schemeClr val="lt1"/>
          </a:fillRef>
          <a:effectRef idx="0">
            <a:schemeClr val="accent1"/>
          </a:effectRef>
          <a:fontRef idx="minor">
            <a:schemeClr val="dk1"/>
          </a:fontRef>
        </p:style>
        <p:txBody>
          <a:bodyPr lIns="91440" tIns="0" rIns="91440" bIns="0" rtlCol="0" anchor="ctr"/>
          <a:lstStyle/>
          <a:p>
            <a:pPr indent="0" algn="ctr">
              <a:buFont typeface="Arial" panose="02080604020202020204" pitchFamily="34" charset="0"/>
              <a:buNone/>
            </a:pPr>
            <a:r>
              <a:rPr lang="ja-JP" altLang="en-US" sz="1600" b="1" dirty="0">
                <a:solidFill>
                  <a:schemeClr val="tx1"/>
                </a:solidFill>
                <a:latin typeface="东文宋体" charset="0"/>
                <a:cs typeface="东文宋体" charset="0"/>
              </a:rPr>
              <a:t>低消費電力</a:t>
            </a:r>
            <a:r>
              <a:rPr lang="en-US" altLang="ja-JP" sz="1600" b="1" dirty="0">
                <a:solidFill>
                  <a:schemeClr val="tx1"/>
                </a:solidFill>
                <a:latin typeface="东文宋体" charset="0"/>
                <a:cs typeface="东文宋体" charset="0"/>
              </a:rPr>
              <a:t>3D</a:t>
            </a:r>
            <a:r>
              <a:rPr lang="ja-JP" altLang="en-US" sz="1600" b="1" dirty="0">
                <a:solidFill>
                  <a:schemeClr val="tx1"/>
                </a:solidFill>
                <a:latin typeface="东文宋体" charset="0"/>
                <a:cs typeface="东文宋体" charset="0"/>
              </a:rPr>
              <a:t>スタッキングメモリベースの</a:t>
            </a:r>
            <a:endParaRPr lang="en-US" altLang="ja-JP" sz="1600" b="1" dirty="0">
              <a:solidFill>
                <a:schemeClr val="tx1"/>
              </a:solidFill>
              <a:latin typeface="东文宋体" charset="0"/>
              <a:cs typeface="东文宋体" charset="0"/>
            </a:endParaRPr>
          </a:p>
          <a:p>
            <a:pPr indent="0" algn="ctr">
              <a:buFont typeface="Arial" panose="02080604020202020204" pitchFamily="34" charset="0"/>
              <a:buNone/>
            </a:pPr>
            <a:r>
              <a:rPr lang="ja-JP" altLang="en-US" sz="1600" b="1" dirty="0">
                <a:solidFill>
                  <a:schemeClr val="tx1"/>
                </a:solidFill>
                <a:latin typeface="东文宋体" charset="0"/>
                <a:cs typeface="东文宋体" charset="0"/>
              </a:rPr>
              <a:t>ニューラルネットワークプロセッサ</a:t>
            </a:r>
            <a:endParaRPr lang="x-none" sz="1600" b="1" dirty="0">
              <a:solidFill>
                <a:schemeClr val="tx1"/>
              </a:solidFill>
              <a:latin typeface="东文宋体" charset="0"/>
              <a:cs typeface="东文宋体" charset="0"/>
            </a:endParaRPr>
          </a:p>
        </p:txBody>
      </p:sp>
      <p:grpSp>
        <p:nvGrpSpPr>
          <p:cNvPr id="10" name="Group 9"/>
          <p:cNvGrpSpPr/>
          <p:nvPr/>
        </p:nvGrpSpPr>
        <p:grpSpPr>
          <a:xfrm>
            <a:off x="145415" y="990600"/>
            <a:ext cx="3203575" cy="1271270"/>
            <a:chOff x="229" y="1834"/>
            <a:chExt cx="5045" cy="2002"/>
          </a:xfrm>
        </p:grpSpPr>
        <p:sp>
          <p:nvSpPr>
            <p:cNvPr id="139" name="Rounded Rectangle 138"/>
            <p:cNvSpPr/>
            <p:nvPr/>
          </p:nvSpPr>
          <p:spPr>
            <a:xfrm>
              <a:off x="231" y="1864"/>
              <a:ext cx="5043" cy="1972"/>
            </a:xfrm>
            <a:prstGeom prst="roundRect">
              <a:avLst>
                <a:gd name="adj" fmla="val 7443"/>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91" name="Rounded Rectangle 90"/>
            <p:cNvSpPr/>
            <p:nvPr/>
          </p:nvSpPr>
          <p:spPr>
            <a:xfrm>
              <a:off x="229" y="1834"/>
              <a:ext cx="5045" cy="290"/>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r>
                <a:rPr lang="ja-JP" altLang="en-US" sz="800" b="1" dirty="0">
                  <a:solidFill>
                    <a:schemeClr val="tx1"/>
                  </a:solidFill>
                  <a:latin typeface="东文宋体" charset="0"/>
                  <a:cs typeface="东文宋体" charset="0"/>
                  <a:sym typeface="+mn-ea"/>
                </a:rPr>
                <a:t>目的</a:t>
              </a:r>
              <a:endParaRPr lang="x-none" sz="800" b="1" dirty="0">
                <a:solidFill>
                  <a:schemeClr val="tx1"/>
                </a:solidFill>
                <a:latin typeface="东文宋体" charset="0"/>
                <a:cs typeface="东文宋体" charset="0"/>
                <a:sym typeface="+mn-ea"/>
              </a:endParaRPr>
            </a:p>
          </p:txBody>
        </p:sp>
      </p:grpSp>
      <p:grpSp>
        <p:nvGrpSpPr>
          <p:cNvPr id="7" name="Group 6"/>
          <p:cNvGrpSpPr/>
          <p:nvPr/>
        </p:nvGrpSpPr>
        <p:grpSpPr>
          <a:xfrm>
            <a:off x="146050" y="3663315"/>
            <a:ext cx="3200400" cy="1807210"/>
            <a:chOff x="230" y="6187"/>
            <a:chExt cx="5040" cy="2846"/>
          </a:xfrm>
        </p:grpSpPr>
        <p:sp>
          <p:nvSpPr>
            <p:cNvPr id="52" name="Rounded Rectangle 51"/>
            <p:cNvSpPr/>
            <p:nvPr/>
          </p:nvSpPr>
          <p:spPr>
            <a:xfrm>
              <a:off x="230" y="6239"/>
              <a:ext cx="5040" cy="2794"/>
            </a:xfrm>
            <a:prstGeom prst="roundRect">
              <a:avLst>
                <a:gd name="adj" fmla="val 2380"/>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89" name="Rounded Rectangle 88"/>
            <p:cNvSpPr/>
            <p:nvPr/>
          </p:nvSpPr>
          <p:spPr>
            <a:xfrm>
              <a:off x="231" y="6187"/>
              <a:ext cx="5039" cy="288"/>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r>
                <a:rPr lang="x-none" sz="800" b="1" dirty="0">
                  <a:solidFill>
                    <a:schemeClr val="tx1"/>
                  </a:solidFill>
                  <a:latin typeface="东文宋体" charset="0"/>
                  <a:cs typeface="东文宋体" charset="0"/>
                  <a:sym typeface="+mn-ea"/>
                </a:rPr>
                <a:t>概要アーキテクチャ</a:t>
              </a:r>
            </a:p>
          </p:txBody>
        </p:sp>
      </p:grpSp>
      <p:grpSp>
        <p:nvGrpSpPr>
          <p:cNvPr id="4" name="Group 3"/>
          <p:cNvGrpSpPr/>
          <p:nvPr/>
        </p:nvGrpSpPr>
        <p:grpSpPr>
          <a:xfrm>
            <a:off x="3499485" y="3086100"/>
            <a:ext cx="3216275" cy="2027555"/>
            <a:chOff x="5481" y="5134"/>
            <a:chExt cx="5065" cy="3193"/>
          </a:xfrm>
        </p:grpSpPr>
        <p:sp>
          <p:nvSpPr>
            <p:cNvPr id="47" name="Rounded Rectangle 46"/>
            <p:cNvSpPr/>
            <p:nvPr/>
          </p:nvSpPr>
          <p:spPr>
            <a:xfrm>
              <a:off x="5483" y="5173"/>
              <a:ext cx="5061" cy="3154"/>
            </a:xfrm>
            <a:prstGeom prst="roundRect">
              <a:avLst>
                <a:gd name="adj" fmla="val 3963"/>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88" name="Rounded Rectangle 87"/>
            <p:cNvSpPr/>
            <p:nvPr/>
          </p:nvSpPr>
          <p:spPr>
            <a:xfrm>
              <a:off x="5481" y="5134"/>
              <a:ext cx="5065" cy="290"/>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r>
                <a:rPr lang="x-none" sz="800" dirty="0">
                  <a:solidFill>
                    <a:schemeClr val="tx1"/>
                  </a:solidFill>
                  <a:latin typeface="东文宋体" charset="0"/>
                  <a:cs typeface="东文宋体" charset="0"/>
                  <a:sym typeface="+mn-ea"/>
                </a:rPr>
                <a:t>UVのシナプスの操作</a:t>
              </a:r>
              <a:endParaRPr lang="x-none" sz="800" b="1" dirty="0">
                <a:solidFill>
                  <a:schemeClr val="tx1"/>
                </a:solidFill>
                <a:latin typeface="东文宋体" charset="0"/>
                <a:cs typeface="东文宋体" charset="0"/>
                <a:sym typeface="+mn-ea"/>
              </a:endParaRPr>
            </a:p>
          </p:txBody>
        </p:sp>
        <p:pic>
          <p:nvPicPr>
            <p:cNvPr id="94" name="Picture 93"/>
            <p:cNvPicPr>
              <a:picLocks noChangeAspect="1"/>
            </p:cNvPicPr>
            <p:nvPr/>
          </p:nvPicPr>
          <p:blipFill>
            <a:blip r:embed="rId7"/>
            <a:stretch>
              <a:fillRect/>
            </a:stretch>
          </p:blipFill>
          <p:spPr>
            <a:xfrm>
              <a:off x="5895" y="5446"/>
              <a:ext cx="4245" cy="2439"/>
            </a:xfrm>
            <a:prstGeom prst="rect">
              <a:avLst/>
            </a:prstGeom>
          </p:spPr>
        </p:pic>
      </p:grpSp>
      <p:grpSp>
        <p:nvGrpSpPr>
          <p:cNvPr id="5" name="Group 4"/>
          <p:cNvGrpSpPr/>
          <p:nvPr/>
        </p:nvGrpSpPr>
        <p:grpSpPr>
          <a:xfrm>
            <a:off x="3514090" y="5187950"/>
            <a:ext cx="3201035" cy="2007870"/>
            <a:chOff x="5504" y="8444"/>
            <a:chExt cx="5041" cy="3162"/>
          </a:xfrm>
        </p:grpSpPr>
        <p:sp>
          <p:nvSpPr>
            <p:cNvPr id="96" name="Rounded Rectangle 95"/>
            <p:cNvSpPr/>
            <p:nvPr/>
          </p:nvSpPr>
          <p:spPr>
            <a:xfrm>
              <a:off x="5504" y="8593"/>
              <a:ext cx="5040" cy="3013"/>
            </a:xfrm>
            <a:prstGeom prst="roundRect">
              <a:avLst>
                <a:gd name="adj" fmla="val 2787"/>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pic>
          <p:nvPicPr>
            <p:cNvPr id="99" name="Picture 98"/>
            <p:cNvPicPr>
              <a:picLocks noChangeAspect="1"/>
            </p:cNvPicPr>
            <p:nvPr/>
          </p:nvPicPr>
          <p:blipFill>
            <a:blip r:embed="rId8"/>
            <a:stretch>
              <a:fillRect/>
            </a:stretch>
          </p:blipFill>
          <p:spPr>
            <a:xfrm>
              <a:off x="5895" y="8734"/>
              <a:ext cx="4245" cy="2494"/>
            </a:xfrm>
            <a:prstGeom prst="rect">
              <a:avLst/>
            </a:prstGeom>
          </p:spPr>
        </p:pic>
        <p:sp>
          <p:nvSpPr>
            <p:cNvPr id="100" name="Rounded Rectangle 99"/>
            <p:cNvSpPr/>
            <p:nvPr/>
          </p:nvSpPr>
          <p:spPr>
            <a:xfrm>
              <a:off x="5505" y="8444"/>
              <a:ext cx="5040" cy="290"/>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r>
                <a:rPr lang="x-none" sz="800" dirty="0">
                  <a:solidFill>
                    <a:schemeClr val="tx1"/>
                  </a:solidFill>
                  <a:latin typeface="东文宋体" charset="0"/>
                  <a:cs typeface="东文宋体" charset="0"/>
                  <a:sym typeface="+mn-ea"/>
                </a:rPr>
                <a:t>PG(+UV)のシナプスの操作</a:t>
              </a:r>
            </a:p>
          </p:txBody>
        </p:sp>
      </p:grpSp>
      <p:grpSp>
        <p:nvGrpSpPr>
          <p:cNvPr id="6" name="Group 5"/>
          <p:cNvGrpSpPr/>
          <p:nvPr/>
        </p:nvGrpSpPr>
        <p:grpSpPr>
          <a:xfrm>
            <a:off x="146685" y="7261225"/>
            <a:ext cx="6568440" cy="2381250"/>
            <a:chOff x="231" y="11475"/>
            <a:chExt cx="10344" cy="3750"/>
          </a:xfrm>
        </p:grpSpPr>
        <p:pic>
          <p:nvPicPr>
            <p:cNvPr id="143" name="Picture 142"/>
            <p:cNvPicPr>
              <a:picLocks noChangeAspect="1"/>
            </p:cNvPicPr>
            <p:nvPr/>
          </p:nvPicPr>
          <p:blipFill>
            <a:blip r:embed="rId9"/>
            <a:stretch>
              <a:fillRect/>
            </a:stretch>
          </p:blipFill>
          <p:spPr>
            <a:xfrm>
              <a:off x="4901" y="11868"/>
              <a:ext cx="5540" cy="2763"/>
            </a:xfrm>
            <a:prstGeom prst="rect">
              <a:avLst/>
            </a:prstGeom>
          </p:spPr>
        </p:pic>
        <p:pic>
          <p:nvPicPr>
            <p:cNvPr id="142" name="Picture 141"/>
            <p:cNvPicPr>
              <a:picLocks noChangeAspect="1"/>
            </p:cNvPicPr>
            <p:nvPr/>
          </p:nvPicPr>
          <p:blipFill>
            <a:blip r:embed="rId10"/>
            <a:stretch>
              <a:fillRect/>
            </a:stretch>
          </p:blipFill>
          <p:spPr>
            <a:xfrm>
              <a:off x="427" y="12040"/>
              <a:ext cx="4488" cy="2473"/>
            </a:xfrm>
            <a:prstGeom prst="rect">
              <a:avLst/>
            </a:prstGeom>
          </p:spPr>
        </p:pic>
        <p:sp>
          <p:nvSpPr>
            <p:cNvPr id="53" name="Rounded Rectangle 52"/>
            <p:cNvSpPr/>
            <p:nvPr/>
          </p:nvSpPr>
          <p:spPr>
            <a:xfrm>
              <a:off x="232" y="11596"/>
              <a:ext cx="10343" cy="3629"/>
            </a:xfrm>
            <a:prstGeom prst="roundRect">
              <a:avLst>
                <a:gd name="adj" fmla="val 2936"/>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90" name="Rounded Rectangle 89"/>
            <p:cNvSpPr/>
            <p:nvPr/>
          </p:nvSpPr>
          <p:spPr>
            <a:xfrm>
              <a:off x="231" y="11475"/>
              <a:ext cx="10344" cy="323"/>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r>
                <a:rPr lang="x-none" sz="800" b="1" dirty="0">
                  <a:solidFill>
                    <a:schemeClr val="tx1"/>
                  </a:solidFill>
                  <a:latin typeface="东文宋体" charset="0"/>
                  <a:cs typeface="东文宋体" charset="0"/>
                  <a:sym typeface="+mn-ea"/>
                </a:rPr>
                <a:t>実験結果: 精度、エネルギー、ビットエラー率 </a:t>
              </a:r>
            </a:p>
          </p:txBody>
        </p:sp>
      </p:grpSp>
      <p:sp>
        <p:nvSpPr>
          <p:cNvPr id="166" name="Text Box 165"/>
          <p:cNvSpPr txBox="1"/>
          <p:nvPr/>
        </p:nvSpPr>
        <p:spPr>
          <a:xfrm>
            <a:off x="4175760" y="580063"/>
            <a:ext cx="1844992" cy="230832"/>
          </a:xfrm>
          <a:prstGeom prst="rect">
            <a:avLst/>
          </a:prstGeom>
          <a:noFill/>
        </p:spPr>
        <p:txBody>
          <a:bodyPr wrap="square" rtlCol="0" anchor="t">
            <a:spAutoFit/>
          </a:bodyPr>
          <a:lstStyle/>
          <a:p>
            <a:pPr indent="0" algn="r">
              <a:buFont typeface="Arial" panose="02080604020202020204" pitchFamily="34" charset="0"/>
              <a:buNone/>
            </a:pPr>
            <a:r>
              <a:rPr lang="ja-JP" altLang="en-US" sz="900" b="1">
                <a:solidFill>
                  <a:schemeClr val="accent4">
                    <a:lumMod val="50000"/>
                  </a:schemeClr>
                </a:solidFill>
                <a:latin typeface="东文宋体" charset="0"/>
                <a:cs typeface="东文宋体" charset="0"/>
              </a:rPr>
              <a:t>会津大学</a:t>
            </a:r>
            <a:r>
              <a:rPr lang="en-US" altLang="ja-JP" sz="900" b="1" dirty="0">
                <a:solidFill>
                  <a:schemeClr val="accent4">
                    <a:lumMod val="50000"/>
                  </a:schemeClr>
                </a:solidFill>
                <a:latin typeface="东文宋体" charset="0"/>
                <a:cs typeface="东文宋体" charset="0"/>
              </a:rPr>
              <a:t> </a:t>
            </a:r>
            <a:r>
              <a:rPr lang="en-US" sz="900" b="1" dirty="0">
                <a:solidFill>
                  <a:schemeClr val="accent4">
                    <a:lumMod val="50000"/>
                  </a:schemeClr>
                </a:solidFill>
                <a:latin typeface="东文宋体" charset="0"/>
                <a:cs typeface="东文宋体" charset="0"/>
              </a:rPr>
              <a:t>DANG Nam Khanh</a:t>
            </a:r>
            <a:endParaRPr lang="x-none" sz="900" b="1" dirty="0">
              <a:solidFill>
                <a:schemeClr val="accent4">
                  <a:lumMod val="50000"/>
                </a:schemeClr>
              </a:solidFill>
              <a:latin typeface="东文宋体" charset="0"/>
              <a:cs typeface="东文宋体" charset="0"/>
            </a:endParaRPr>
          </a:p>
        </p:txBody>
      </p:sp>
      <p:sp>
        <p:nvSpPr>
          <p:cNvPr id="167" name="Text Box 166"/>
          <p:cNvSpPr txBox="1"/>
          <p:nvPr/>
        </p:nvSpPr>
        <p:spPr>
          <a:xfrm>
            <a:off x="59690" y="9627870"/>
            <a:ext cx="6704330" cy="200055"/>
          </a:xfrm>
          <a:prstGeom prst="rect">
            <a:avLst/>
          </a:prstGeom>
          <a:noFill/>
        </p:spPr>
        <p:txBody>
          <a:bodyPr wrap="square" rtlCol="0" anchor="t">
            <a:spAutoFit/>
          </a:bodyPr>
          <a:lstStyle/>
          <a:p>
            <a:r>
              <a:rPr lang="x-none" sz="700" dirty="0">
                <a:solidFill>
                  <a:schemeClr val="tx1"/>
                </a:solidFill>
                <a:latin typeface="东文宋体" charset="0"/>
                <a:cs typeface="东文宋体" charset="0"/>
                <a:sym typeface="+mn-ea"/>
              </a:rPr>
              <a:t>[1]</a:t>
            </a:r>
            <a:r>
              <a:rPr lang="en-US" sz="700" dirty="0">
                <a:solidFill>
                  <a:schemeClr val="tx1"/>
                </a:solidFill>
                <a:latin typeface="东文宋体" charset="0"/>
                <a:cs typeface="东文宋体" charset="0"/>
                <a:sym typeface="+mn-ea"/>
              </a:rPr>
              <a:t> </a:t>
            </a:r>
            <a:r>
              <a:rPr lang="en-US" altLang="ja-JP" sz="700" dirty="0">
                <a:latin typeface="东文宋体" charset="0"/>
                <a:cs typeface="东文宋体" charset="0"/>
                <a:sym typeface="+mn-ea"/>
              </a:rPr>
              <a:t>Khanh N. Dang, A. Ben Abdallah, Nguyen Ngo Doanh,  [</a:t>
            </a:r>
            <a:r>
              <a:rPr lang="ja-JP" altLang="en-US" sz="700" dirty="0">
                <a:latin typeface="东文宋体" charset="0"/>
                <a:cs typeface="东文宋体" charset="0"/>
                <a:sym typeface="+mn-ea"/>
              </a:rPr>
              <a:t>ニューラルネットワークプロセッサ</a:t>
            </a:r>
            <a:r>
              <a:rPr lang="en-US" altLang="ja-JP" sz="700" dirty="0">
                <a:latin typeface="东文宋体" charset="0"/>
                <a:cs typeface="东文宋体" charset="0"/>
                <a:sym typeface="+mn-ea"/>
              </a:rPr>
              <a:t>], </a:t>
            </a:r>
            <a:r>
              <a:rPr lang="ja-JP" altLang="en-US" sz="700" dirty="0">
                <a:latin typeface="东文宋体" charset="0"/>
                <a:cs typeface="东文宋体" charset="0"/>
                <a:sym typeface="+mn-ea"/>
              </a:rPr>
              <a:t>特願 </a:t>
            </a:r>
            <a:r>
              <a:rPr lang="en-US" altLang="ja-JP" sz="700" dirty="0">
                <a:latin typeface="东文宋体" charset="0"/>
                <a:cs typeface="东文宋体" charset="0"/>
                <a:sym typeface="+mn-ea"/>
              </a:rPr>
              <a:t>2024-047372</a:t>
            </a:r>
            <a:r>
              <a:rPr lang="en-US" sz="700" dirty="0">
                <a:solidFill>
                  <a:schemeClr val="tx1"/>
                </a:solidFill>
                <a:latin typeface="东文宋体" charset="0"/>
                <a:cs typeface="东文宋体" charset="0"/>
                <a:sym typeface="+mn-ea"/>
              </a:rPr>
              <a:t>  </a:t>
            </a:r>
            <a:endParaRPr lang="x-none" sz="700" dirty="0">
              <a:solidFill>
                <a:schemeClr val="tx1"/>
              </a:solidFill>
              <a:latin typeface="东文宋体" charset="0"/>
              <a:cs typeface="东文宋体" charset="0"/>
              <a:sym typeface="+mn-ea"/>
            </a:endParaRPr>
          </a:p>
        </p:txBody>
      </p:sp>
      <p:grpSp>
        <p:nvGrpSpPr>
          <p:cNvPr id="8" name="Group 7"/>
          <p:cNvGrpSpPr/>
          <p:nvPr/>
        </p:nvGrpSpPr>
        <p:grpSpPr>
          <a:xfrm>
            <a:off x="146685" y="2339975"/>
            <a:ext cx="3202305" cy="1252855"/>
            <a:chOff x="231" y="4103"/>
            <a:chExt cx="5043" cy="1973"/>
          </a:xfrm>
        </p:grpSpPr>
        <p:sp>
          <p:nvSpPr>
            <p:cNvPr id="203" name="Rounded Rectangle 202"/>
            <p:cNvSpPr/>
            <p:nvPr/>
          </p:nvSpPr>
          <p:spPr>
            <a:xfrm>
              <a:off x="234" y="4226"/>
              <a:ext cx="5040" cy="1850"/>
            </a:xfrm>
            <a:prstGeom prst="roundRect">
              <a:avLst>
                <a:gd name="adj" fmla="val 3947"/>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201" name="Rounded Rectangle 200"/>
            <p:cNvSpPr/>
            <p:nvPr/>
          </p:nvSpPr>
          <p:spPr>
            <a:xfrm>
              <a:off x="231" y="4103"/>
              <a:ext cx="5043" cy="290"/>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r>
                <a:rPr lang="x-none" sz="800" b="1" dirty="0">
                  <a:solidFill>
                    <a:schemeClr val="tx1"/>
                  </a:solidFill>
                  <a:latin typeface="东文宋体" charset="0"/>
                  <a:cs typeface="东文宋体" charset="0"/>
                  <a:sym typeface="+mn-ea"/>
                </a:rPr>
                <a:t>方法</a:t>
              </a:r>
            </a:p>
          </p:txBody>
        </p:sp>
      </p:grpSp>
      <p:grpSp>
        <p:nvGrpSpPr>
          <p:cNvPr id="3" name="Group 2"/>
          <p:cNvGrpSpPr/>
          <p:nvPr/>
        </p:nvGrpSpPr>
        <p:grpSpPr>
          <a:xfrm>
            <a:off x="3499485" y="990600"/>
            <a:ext cx="3447415" cy="2019935"/>
            <a:chOff x="5481" y="1834"/>
            <a:chExt cx="5429" cy="3181"/>
          </a:xfrm>
        </p:grpSpPr>
        <p:pic>
          <p:nvPicPr>
            <p:cNvPr id="169" name="Picture 16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810" y="2257"/>
              <a:ext cx="1725" cy="1018"/>
            </a:xfrm>
            <a:prstGeom prst="rect">
              <a:avLst/>
            </a:prstGeom>
          </p:spPr>
        </p:pic>
        <p:pic>
          <p:nvPicPr>
            <p:cNvPr id="176" name="Picture 17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742" y="2345"/>
              <a:ext cx="1119" cy="808"/>
            </a:xfrm>
            <a:prstGeom prst="rect">
              <a:avLst/>
            </a:prstGeom>
          </p:spPr>
        </p:pic>
        <p:sp>
          <p:nvSpPr>
            <p:cNvPr id="197" name="Right Arrow 196"/>
            <p:cNvSpPr/>
            <p:nvPr/>
          </p:nvSpPr>
          <p:spPr>
            <a:xfrm rot="5400000">
              <a:off x="5822" y="3026"/>
              <a:ext cx="944" cy="504"/>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8" name="Text Box 197"/>
            <p:cNvSpPr txBox="1"/>
            <p:nvPr/>
          </p:nvSpPr>
          <p:spPr>
            <a:xfrm rot="16200000">
              <a:off x="5719" y="2998"/>
              <a:ext cx="1175" cy="315"/>
            </a:xfrm>
            <a:prstGeom prst="rect">
              <a:avLst/>
            </a:prstGeom>
            <a:noFill/>
          </p:spPr>
          <p:txBody>
            <a:bodyPr wrap="square" rtlCol="0">
              <a:spAutoFit/>
            </a:bodyPr>
            <a:lstStyle/>
            <a:p>
              <a:pPr lvl="0" algn="l"/>
              <a:r>
                <a:rPr lang="ja-JP" altLang="en-US" sz="700" dirty="0">
                  <a:solidFill>
                    <a:schemeClr val="tx1"/>
                  </a:solidFill>
                  <a:latin typeface="东文宋体" charset="0"/>
                  <a:cs typeface="东文宋体" charset="0"/>
                  <a:sym typeface="+mn-ea"/>
                </a:rPr>
                <a:t>エンコード</a:t>
              </a:r>
              <a:endParaRPr lang="x-none" altLang="en-US" sz="700" b="1" dirty="0">
                <a:solidFill>
                  <a:schemeClr val="tx1"/>
                </a:solidFill>
                <a:latin typeface="东文宋体" charset="0"/>
                <a:cs typeface="东文宋体" charset="0"/>
                <a:sym typeface="+mn-ea"/>
              </a:endParaRPr>
            </a:p>
          </p:txBody>
        </p:sp>
        <p:pic>
          <p:nvPicPr>
            <p:cNvPr id="168" name="Picture 167"/>
            <p:cNvPicPr>
              <a:picLocks noChangeAspect="1"/>
            </p:cNvPicPr>
            <p:nvPr/>
          </p:nvPicPr>
          <p:blipFill>
            <a:blip r:embed="rId13"/>
            <a:stretch>
              <a:fillRect/>
            </a:stretch>
          </p:blipFill>
          <p:spPr>
            <a:xfrm>
              <a:off x="9127" y="3822"/>
              <a:ext cx="1102" cy="834"/>
            </a:xfrm>
            <a:prstGeom prst="rect">
              <a:avLst/>
            </a:prstGeom>
          </p:spPr>
        </p:pic>
        <p:grpSp>
          <p:nvGrpSpPr>
            <p:cNvPr id="170" name="Group 169"/>
            <p:cNvGrpSpPr/>
            <p:nvPr/>
          </p:nvGrpSpPr>
          <p:grpSpPr>
            <a:xfrm>
              <a:off x="7422" y="2453"/>
              <a:ext cx="961" cy="832"/>
              <a:chOff x="2673" y="8758"/>
              <a:chExt cx="1272" cy="1100"/>
            </a:xfrm>
          </p:grpSpPr>
          <p:sp>
            <p:nvSpPr>
              <p:cNvPr id="172" name="Shape 171"/>
              <p:cNvSpPr/>
              <p:nvPr/>
            </p:nvSpPr>
            <p:spPr>
              <a:xfrm>
                <a:off x="2673" y="8758"/>
                <a:ext cx="1272" cy="1100"/>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sp>
            <p:nvSpPr>
              <p:cNvPr id="174" name="Shape 173"/>
              <p:cNvSpPr/>
              <p:nvPr/>
            </p:nvSpPr>
            <p:spPr>
              <a:xfrm>
                <a:off x="2881" y="8921"/>
                <a:ext cx="862" cy="782"/>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sp>
            <p:nvSpPr>
              <p:cNvPr id="175" name="Shape 174"/>
              <p:cNvSpPr/>
              <p:nvPr/>
            </p:nvSpPr>
            <p:spPr>
              <a:xfrm>
                <a:off x="3055" y="9067"/>
                <a:ext cx="538" cy="489"/>
              </a:xfrm>
              <a:prstGeom prst="gear9">
                <a:avLst/>
              </a:prstGeom>
              <a:ln>
                <a:solidFill>
                  <a:schemeClr val="accent3">
                    <a:lumMod val="50000"/>
                  </a:schemeClr>
                </a:solidFill>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JP"/>
              </a:p>
            </p:txBody>
          </p:sp>
        </p:grpSp>
        <p:sp>
          <p:nvSpPr>
            <p:cNvPr id="183" name="Text Box 182"/>
            <p:cNvSpPr txBox="1"/>
            <p:nvPr/>
          </p:nvSpPr>
          <p:spPr>
            <a:xfrm>
              <a:off x="5817" y="2098"/>
              <a:ext cx="1614" cy="313"/>
            </a:xfrm>
            <a:prstGeom prst="rect">
              <a:avLst/>
            </a:prstGeom>
            <a:noFill/>
          </p:spPr>
          <p:txBody>
            <a:bodyPr wrap="square" rtlCol="0">
              <a:spAutoFit/>
            </a:bodyPr>
            <a:lstStyle/>
            <a:p>
              <a:pPr lvl="0" algn="l"/>
              <a:r>
                <a:rPr lang="ja-JP" altLang="en-US" sz="700" dirty="0">
                  <a:solidFill>
                    <a:schemeClr val="tx1"/>
                  </a:solidFill>
                  <a:latin typeface="东文宋体" charset="0"/>
                  <a:cs typeface="东文宋体" charset="0"/>
                  <a:sym typeface="+mn-ea"/>
                </a:rPr>
                <a:t>入力データ</a:t>
              </a:r>
              <a:endParaRPr lang="x-none" sz="700" dirty="0">
                <a:solidFill>
                  <a:schemeClr val="tx1"/>
                </a:solidFill>
                <a:latin typeface="东文宋体" charset="0"/>
                <a:cs typeface="东文宋体" charset="0"/>
                <a:sym typeface="+mn-ea"/>
              </a:endParaRPr>
            </a:p>
          </p:txBody>
        </p:sp>
        <p:sp>
          <p:nvSpPr>
            <p:cNvPr id="184" name="Text Box 183"/>
            <p:cNvSpPr txBox="1"/>
            <p:nvPr/>
          </p:nvSpPr>
          <p:spPr>
            <a:xfrm>
              <a:off x="7412" y="2161"/>
              <a:ext cx="1223" cy="313"/>
            </a:xfrm>
            <a:prstGeom prst="rect">
              <a:avLst/>
            </a:prstGeom>
            <a:noFill/>
          </p:spPr>
          <p:txBody>
            <a:bodyPr wrap="square" rtlCol="0">
              <a:spAutoFit/>
            </a:bodyPr>
            <a:lstStyle/>
            <a:p>
              <a:pPr lvl="0" algn="l"/>
              <a:r>
                <a:rPr lang="ja-JP" altLang="en-US" sz="700" dirty="0">
                  <a:solidFill>
                    <a:schemeClr val="tx1"/>
                  </a:solidFill>
                  <a:latin typeface="东文宋体" charset="0"/>
                  <a:cs typeface="东文宋体" charset="0"/>
                  <a:sym typeface="+mn-ea"/>
                </a:rPr>
                <a:t>トレーニング</a:t>
              </a:r>
              <a:endParaRPr lang="x-none" sz="700" dirty="0">
                <a:solidFill>
                  <a:schemeClr val="tx1"/>
                </a:solidFill>
                <a:latin typeface="东文宋体" charset="0"/>
                <a:cs typeface="东文宋体" charset="0"/>
                <a:sym typeface="+mn-ea"/>
              </a:endParaRPr>
            </a:p>
          </p:txBody>
        </p:sp>
        <p:sp>
          <p:nvSpPr>
            <p:cNvPr id="185" name="Text Box 184"/>
            <p:cNvSpPr txBox="1"/>
            <p:nvPr/>
          </p:nvSpPr>
          <p:spPr>
            <a:xfrm>
              <a:off x="9103" y="2106"/>
              <a:ext cx="1520" cy="313"/>
            </a:xfrm>
            <a:prstGeom prst="rect">
              <a:avLst/>
            </a:prstGeom>
            <a:noFill/>
          </p:spPr>
          <p:txBody>
            <a:bodyPr wrap="square" rtlCol="0">
              <a:spAutoFit/>
            </a:bodyPr>
            <a:lstStyle/>
            <a:p>
              <a:pPr lvl="0" algn="l"/>
              <a:r>
                <a:rPr lang="x-none" sz="700" dirty="0">
                  <a:solidFill>
                    <a:schemeClr val="tx1"/>
                  </a:solidFill>
                  <a:latin typeface="东文宋体" charset="0"/>
                  <a:cs typeface="东文宋体" charset="0"/>
                  <a:sym typeface="+mn-ea"/>
                </a:rPr>
                <a:t>SNN </a:t>
              </a:r>
              <a:r>
                <a:rPr lang="ja-JP" altLang="en-US" sz="700" dirty="0">
                  <a:solidFill>
                    <a:schemeClr val="tx1"/>
                  </a:solidFill>
                  <a:latin typeface="东文宋体" charset="0"/>
                  <a:cs typeface="东文宋体" charset="0"/>
                  <a:sym typeface="+mn-ea"/>
                </a:rPr>
                <a:t>モデル</a:t>
              </a:r>
              <a:endParaRPr lang="x-none" sz="700" dirty="0">
                <a:solidFill>
                  <a:schemeClr val="tx1"/>
                </a:solidFill>
                <a:latin typeface="东文宋体" charset="0"/>
                <a:cs typeface="东文宋体" charset="0"/>
                <a:sym typeface="+mn-ea"/>
              </a:endParaRPr>
            </a:p>
          </p:txBody>
        </p:sp>
        <p:grpSp>
          <p:nvGrpSpPr>
            <p:cNvPr id="186" name="Group 185"/>
            <p:cNvGrpSpPr/>
            <p:nvPr/>
          </p:nvGrpSpPr>
          <p:grpSpPr>
            <a:xfrm>
              <a:off x="7422" y="3570"/>
              <a:ext cx="1057" cy="1060"/>
              <a:chOff x="3035" y="9446"/>
              <a:chExt cx="1493" cy="1496"/>
            </a:xfrm>
          </p:grpSpPr>
          <p:pic>
            <p:nvPicPr>
              <p:cNvPr id="187" name="Picture 18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035" y="9446"/>
                <a:ext cx="1493" cy="1496"/>
              </a:xfrm>
              <a:prstGeom prst="rect">
                <a:avLst/>
              </a:prstGeom>
            </p:spPr>
          </p:pic>
          <p:pic>
            <p:nvPicPr>
              <p:cNvPr id="188" name="Picture 18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464" y="10012"/>
                <a:ext cx="655" cy="363"/>
              </a:xfrm>
              <a:prstGeom prst="rect">
                <a:avLst/>
              </a:prstGeom>
            </p:spPr>
          </p:pic>
        </p:grpSp>
        <p:pic>
          <p:nvPicPr>
            <p:cNvPr id="189" name="Picture 188"/>
            <p:cNvPicPr>
              <a:picLocks noChangeAspect="1"/>
            </p:cNvPicPr>
            <p:nvPr/>
          </p:nvPicPr>
          <p:blipFill>
            <a:blip r:embed="rId16"/>
            <a:stretch>
              <a:fillRect/>
            </a:stretch>
          </p:blipFill>
          <p:spPr>
            <a:xfrm>
              <a:off x="5660" y="3820"/>
              <a:ext cx="1315" cy="855"/>
            </a:xfrm>
            <a:prstGeom prst="rect">
              <a:avLst/>
            </a:prstGeom>
          </p:spPr>
        </p:pic>
        <p:sp>
          <p:nvSpPr>
            <p:cNvPr id="191" name="Text Box 190"/>
            <p:cNvSpPr txBox="1"/>
            <p:nvPr/>
          </p:nvSpPr>
          <p:spPr>
            <a:xfrm>
              <a:off x="5813" y="4568"/>
              <a:ext cx="1580" cy="313"/>
            </a:xfrm>
            <a:prstGeom prst="rect">
              <a:avLst/>
            </a:prstGeom>
            <a:noFill/>
          </p:spPr>
          <p:txBody>
            <a:bodyPr wrap="square" rtlCol="0">
              <a:spAutoFit/>
            </a:bodyPr>
            <a:lstStyle/>
            <a:p>
              <a:pPr lvl="0" algn="l"/>
              <a:r>
                <a:rPr lang="ja-JP" altLang="en-US" sz="700" dirty="0">
                  <a:solidFill>
                    <a:schemeClr val="tx1"/>
                  </a:solidFill>
                  <a:latin typeface="东文宋体" charset="0"/>
                  <a:cs typeface="东文宋体" charset="0"/>
                  <a:sym typeface="+mn-ea"/>
                </a:rPr>
                <a:t>入力スパイク</a:t>
              </a:r>
              <a:endParaRPr lang="x-none" sz="700" dirty="0">
                <a:solidFill>
                  <a:schemeClr val="tx1"/>
                </a:solidFill>
                <a:latin typeface="东文宋体" charset="0"/>
                <a:cs typeface="东文宋体" charset="0"/>
                <a:sym typeface="+mn-ea"/>
              </a:endParaRPr>
            </a:p>
          </p:txBody>
        </p:sp>
        <p:sp>
          <p:nvSpPr>
            <p:cNvPr id="195" name="Text Box 194"/>
            <p:cNvSpPr txBox="1"/>
            <p:nvPr/>
          </p:nvSpPr>
          <p:spPr>
            <a:xfrm>
              <a:off x="9138" y="4563"/>
              <a:ext cx="1772" cy="313"/>
            </a:xfrm>
            <a:prstGeom prst="rect">
              <a:avLst/>
            </a:prstGeom>
            <a:noFill/>
          </p:spPr>
          <p:txBody>
            <a:bodyPr wrap="square" rtlCol="0">
              <a:spAutoFit/>
            </a:bodyPr>
            <a:lstStyle/>
            <a:p>
              <a:pPr lvl="0" algn="l"/>
              <a:r>
                <a:rPr lang="ja-JP" altLang="en-US" sz="700" dirty="0">
                  <a:solidFill>
                    <a:schemeClr val="tx1"/>
                  </a:solidFill>
                  <a:latin typeface="东文宋体" charset="0"/>
                  <a:cs typeface="东文宋体" charset="0"/>
                  <a:sym typeface="+mn-ea"/>
                </a:rPr>
                <a:t>出力スパイク</a:t>
              </a:r>
              <a:endParaRPr lang="x-none" sz="700" dirty="0">
                <a:solidFill>
                  <a:schemeClr val="tx1"/>
                </a:solidFill>
                <a:latin typeface="东文宋体" charset="0"/>
                <a:cs typeface="东文宋体" charset="0"/>
                <a:sym typeface="+mn-ea"/>
              </a:endParaRPr>
            </a:p>
          </p:txBody>
        </p:sp>
        <p:sp>
          <p:nvSpPr>
            <p:cNvPr id="196" name="Text Box 195"/>
            <p:cNvSpPr txBox="1"/>
            <p:nvPr/>
          </p:nvSpPr>
          <p:spPr>
            <a:xfrm>
              <a:off x="7324" y="4573"/>
              <a:ext cx="1518" cy="313"/>
            </a:xfrm>
            <a:prstGeom prst="rect">
              <a:avLst/>
            </a:prstGeom>
            <a:noFill/>
          </p:spPr>
          <p:txBody>
            <a:bodyPr wrap="square" rtlCol="0">
              <a:spAutoFit/>
            </a:bodyPr>
            <a:lstStyle/>
            <a:p>
              <a:pPr lvl="0" algn="l"/>
              <a:r>
                <a:rPr lang="ja-JP" altLang="en-US" sz="700" dirty="0">
                  <a:latin typeface="东文宋体" charset="0"/>
                  <a:cs typeface="东文宋体" charset="0"/>
                  <a:sym typeface="+mn-ea"/>
                </a:rPr>
                <a:t>プロセッシング</a:t>
              </a:r>
              <a:endParaRPr lang="x-none" sz="700" dirty="0">
                <a:solidFill>
                  <a:schemeClr val="tx1"/>
                </a:solidFill>
                <a:latin typeface="东文宋体" charset="0"/>
                <a:cs typeface="东文宋体" charset="0"/>
                <a:sym typeface="+mn-ea"/>
              </a:endParaRPr>
            </a:p>
          </p:txBody>
        </p:sp>
        <p:sp>
          <p:nvSpPr>
            <p:cNvPr id="112" name="Rounded Rectangle 111"/>
            <p:cNvSpPr/>
            <p:nvPr/>
          </p:nvSpPr>
          <p:spPr>
            <a:xfrm>
              <a:off x="5481" y="1999"/>
              <a:ext cx="5064" cy="3016"/>
            </a:xfrm>
            <a:prstGeom prst="roundRect">
              <a:avLst>
                <a:gd name="adj" fmla="val 3947"/>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138" name="Rounded Rectangle 137"/>
            <p:cNvSpPr/>
            <p:nvPr/>
          </p:nvSpPr>
          <p:spPr>
            <a:xfrm>
              <a:off x="5481" y="1834"/>
              <a:ext cx="5063" cy="290"/>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r>
                <a:rPr lang="x-none" sz="800" b="1" dirty="0">
                  <a:solidFill>
                    <a:schemeClr val="tx1"/>
                  </a:solidFill>
                  <a:latin typeface="东文宋体" charset="0"/>
                  <a:cs typeface="东文宋体" charset="0"/>
                  <a:sym typeface="+mn-ea"/>
                </a:rPr>
                <a:t>導入の流れ</a:t>
              </a:r>
            </a:p>
          </p:txBody>
        </p:sp>
      </p:grpSp>
      <p:grpSp>
        <p:nvGrpSpPr>
          <p:cNvPr id="11" name="Group 10"/>
          <p:cNvGrpSpPr/>
          <p:nvPr/>
        </p:nvGrpSpPr>
        <p:grpSpPr>
          <a:xfrm>
            <a:off x="145415" y="5538470"/>
            <a:ext cx="3200400" cy="1656715"/>
            <a:chOff x="230" y="6337"/>
            <a:chExt cx="5040" cy="2609"/>
          </a:xfrm>
        </p:grpSpPr>
        <p:sp>
          <p:nvSpPr>
            <p:cNvPr id="12" name="Rounded Rectangle 11"/>
            <p:cNvSpPr/>
            <p:nvPr/>
          </p:nvSpPr>
          <p:spPr>
            <a:xfrm>
              <a:off x="230" y="6388"/>
              <a:ext cx="5040" cy="2558"/>
            </a:xfrm>
            <a:prstGeom prst="roundRect">
              <a:avLst>
                <a:gd name="adj" fmla="val 2380"/>
              </a:avLst>
            </a:prstGeom>
            <a:noFill/>
            <a:ln w="25400">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numCol="1" spcCol="0" rtlCol="0" fromWordArt="0" anchor="ctr" anchorCtr="0" forceAA="0" compatLnSpc="1">
              <a:noAutofit/>
            </a:bodyPr>
            <a:lstStyle/>
            <a:p>
              <a:pPr lvl="0" algn="ctr"/>
              <a:endParaRPr lang="en-US">
                <a:sym typeface="+mn-ea"/>
              </a:endParaRPr>
            </a:p>
          </p:txBody>
        </p:sp>
        <p:sp>
          <p:nvSpPr>
            <p:cNvPr id="13" name="Rounded Rectangle 12"/>
            <p:cNvSpPr/>
            <p:nvPr/>
          </p:nvSpPr>
          <p:spPr>
            <a:xfrm>
              <a:off x="231" y="6337"/>
              <a:ext cx="5039" cy="288"/>
            </a:xfrm>
            <a:prstGeom prst="roundRect">
              <a:avLst/>
            </a:prstGeom>
            <a:gradFill>
              <a:gsLst>
                <a:gs pos="0">
                  <a:schemeClr val="accent3">
                    <a:lumMod val="60000"/>
                    <a:lumOff val="40000"/>
                  </a:schemeClr>
                </a:gs>
                <a:gs pos="100000">
                  <a:schemeClr val="accent4">
                    <a:lumMod val="20000"/>
                    <a:lumOff val="80000"/>
                  </a:schemeClr>
                </a:gs>
                <a:gs pos="37000">
                  <a:schemeClr val="accent4">
                    <a:lumMod val="60000"/>
                    <a:lumOff val="40000"/>
                  </a:schemeClr>
                </a:gs>
              </a:gsLst>
              <a:lin ang="5400000" scaled="0"/>
            </a:gradFill>
            <a:ln w="2540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r>
                <a:rPr lang="x-none" sz="800" b="1" dirty="0">
                  <a:solidFill>
                    <a:schemeClr val="tx1"/>
                  </a:solidFill>
                  <a:latin typeface="东文宋体" charset="0"/>
                  <a:cs typeface="东文宋体" charset="0"/>
                  <a:sym typeface="+mn-ea"/>
                </a:rPr>
                <a:t>低電力技術の副作用</a:t>
              </a:r>
            </a:p>
          </p:txBody>
        </p:sp>
      </p:grpSp>
      <p:sp>
        <p:nvSpPr>
          <p:cNvPr id="43" name="Text Box 42"/>
          <p:cNvSpPr txBox="1"/>
          <p:nvPr/>
        </p:nvSpPr>
        <p:spPr>
          <a:xfrm>
            <a:off x="584835" y="7451090"/>
            <a:ext cx="5831205" cy="213995"/>
          </a:xfrm>
          <a:prstGeom prst="rect">
            <a:avLst/>
          </a:prstGeom>
          <a:noFill/>
        </p:spPr>
        <p:txBody>
          <a:bodyPr wrap="square" rtlCol="0" anchor="t">
            <a:spAutoFit/>
          </a:bodyPr>
          <a:lstStyle/>
          <a:p>
            <a:pPr indent="0" algn="ctr">
              <a:buFont typeface="Arial" panose="02080604020202020204" pitchFamily="34" charset="0"/>
              <a:buNone/>
            </a:pPr>
            <a:r>
              <a:rPr lang="x-none" sz="800" dirty="0">
                <a:latin typeface="东文宋体" charset="0"/>
                <a:cs typeface="东文宋体" charset="0"/>
                <a:sym typeface="+mn-ea"/>
              </a:rPr>
              <a:t>MNIST データセット ・SNN の 3 つの認識層 [784 48 10]</a:t>
            </a:r>
          </a:p>
        </p:txBody>
      </p:sp>
      <p:sp>
        <p:nvSpPr>
          <p:cNvPr id="15" name="Text Box 14"/>
          <p:cNvSpPr txBox="1"/>
          <p:nvPr/>
        </p:nvSpPr>
        <p:spPr>
          <a:xfrm>
            <a:off x="107315" y="2514917"/>
            <a:ext cx="3295650" cy="521970"/>
          </a:xfrm>
          <a:prstGeom prst="rect">
            <a:avLst/>
          </a:prstGeom>
          <a:noFill/>
        </p:spPr>
        <p:txBody>
          <a:bodyPr wrap="square" rtlCol="0" anchor="t">
            <a:spAutoFit/>
          </a:bodyPr>
          <a:lstStyle/>
          <a:p>
            <a:r>
              <a:rPr lang="x-none" sz="700" dirty="0">
                <a:latin typeface="东文宋体" charset="0"/>
                <a:cs typeface="东文宋体" charset="0"/>
              </a:rPr>
              <a:t>シナプスの重みの重要度を区別し、3次元構造の層を使ってそれらを分離するといった方法を用います。その結果、低消費電力技術に伴う問題は、重要性の低いビットにしか影響しません。したがって、性能を維持しつつ、消費電力を劇的に削減することができます。</a:t>
            </a:r>
          </a:p>
        </p:txBody>
      </p:sp>
      <p:sp>
        <p:nvSpPr>
          <p:cNvPr id="16" name="Text Box 15"/>
          <p:cNvSpPr txBox="1"/>
          <p:nvPr/>
        </p:nvSpPr>
        <p:spPr>
          <a:xfrm>
            <a:off x="3745230" y="2828607"/>
            <a:ext cx="2974340" cy="198755"/>
          </a:xfrm>
          <a:prstGeom prst="rect">
            <a:avLst/>
          </a:prstGeom>
          <a:noFill/>
        </p:spPr>
        <p:txBody>
          <a:bodyPr wrap="square" rtlCol="0" anchor="t">
            <a:spAutoFit/>
          </a:bodyPr>
          <a:lstStyle/>
          <a:p>
            <a:r>
              <a:rPr lang="x-none" sz="700" dirty="0">
                <a:latin typeface="东文宋体" charset="0"/>
                <a:cs typeface="东文宋体" charset="0"/>
              </a:rPr>
              <a:t>ソフトウェア上で重みを学習後、ハードウェア上に書き込みます</a:t>
            </a:r>
            <a:endParaRPr lang="en-US" dirty="0"/>
          </a:p>
        </p:txBody>
      </p:sp>
      <p:sp>
        <p:nvSpPr>
          <p:cNvPr id="17" name="Text Box 16"/>
          <p:cNvSpPr txBox="1"/>
          <p:nvPr/>
        </p:nvSpPr>
        <p:spPr>
          <a:xfrm>
            <a:off x="950595" y="5211590"/>
            <a:ext cx="1818005" cy="230832"/>
          </a:xfrm>
          <a:prstGeom prst="rect">
            <a:avLst/>
          </a:prstGeom>
          <a:noFill/>
        </p:spPr>
        <p:txBody>
          <a:bodyPr wrap="square" rtlCol="0" anchor="t">
            <a:spAutoFit/>
          </a:bodyPr>
          <a:lstStyle/>
          <a:p>
            <a:r>
              <a:rPr lang="x-none" sz="900" dirty="0">
                <a:latin typeface="东文宋体" charset="0"/>
                <a:cs typeface="东文宋体" charset="0"/>
              </a:rPr>
              <a:t>(a) 3次元構造 (b) ビット配置</a:t>
            </a:r>
            <a:endParaRPr lang="x-none" sz="700" dirty="0">
              <a:latin typeface="东文宋体" charset="0"/>
              <a:cs typeface="东文宋体" charset="0"/>
            </a:endParaRPr>
          </a:p>
        </p:txBody>
      </p:sp>
      <p:sp>
        <p:nvSpPr>
          <p:cNvPr id="18" name="Text Box 17"/>
          <p:cNvSpPr txBox="1"/>
          <p:nvPr/>
        </p:nvSpPr>
        <p:spPr>
          <a:xfrm>
            <a:off x="901152" y="6557424"/>
            <a:ext cx="1746885" cy="198755"/>
          </a:xfrm>
          <a:prstGeom prst="rect">
            <a:avLst/>
          </a:prstGeom>
          <a:noFill/>
        </p:spPr>
        <p:txBody>
          <a:bodyPr wrap="square" rtlCol="0" anchor="t">
            <a:spAutoFit/>
          </a:bodyPr>
          <a:lstStyle/>
          <a:p>
            <a:pPr algn="l"/>
            <a:r>
              <a:rPr lang="x-none" sz="700" dirty="0">
                <a:latin typeface="东文宋体" charset="0"/>
                <a:cs typeface="东文宋体" charset="0"/>
              </a:rPr>
              <a:t>(a) 通常動作</a:t>
            </a:r>
            <a:r>
              <a:rPr lang="x-none" sz="700" dirty="0">
                <a:latin typeface="东文宋体" charset="0"/>
                <a:cs typeface="东文宋体" charset="0"/>
                <a:sym typeface="+mn-ea"/>
              </a:rPr>
              <a:t>。</a:t>
            </a:r>
            <a:r>
              <a:rPr lang="x-none" sz="700" dirty="0">
                <a:latin typeface="东文宋体" charset="0"/>
                <a:cs typeface="东文宋体" charset="0"/>
              </a:rPr>
              <a:t> (b) UV動作 (c) PG動作</a:t>
            </a:r>
            <a:r>
              <a:rPr lang="x-none" sz="700" dirty="0">
                <a:latin typeface="东文宋体" charset="0"/>
                <a:cs typeface="东文宋体" charset="0"/>
                <a:sym typeface="+mn-ea"/>
              </a:rPr>
              <a:t>。</a:t>
            </a:r>
            <a:endParaRPr lang="x-none" sz="700" dirty="0">
              <a:latin typeface="东文宋体" charset="0"/>
              <a:cs typeface="东文宋体" charset="0"/>
            </a:endParaRPr>
          </a:p>
        </p:txBody>
      </p:sp>
      <p:sp>
        <p:nvSpPr>
          <p:cNvPr id="19" name="Text Box 18"/>
          <p:cNvSpPr txBox="1"/>
          <p:nvPr/>
        </p:nvSpPr>
        <p:spPr>
          <a:xfrm>
            <a:off x="117668" y="6691749"/>
            <a:ext cx="3324860" cy="523220"/>
          </a:xfrm>
          <a:prstGeom prst="rect">
            <a:avLst/>
          </a:prstGeom>
          <a:noFill/>
        </p:spPr>
        <p:txBody>
          <a:bodyPr wrap="square" rtlCol="0" anchor="t">
            <a:spAutoFit/>
          </a:bodyPr>
          <a:lstStyle/>
          <a:p>
            <a:r>
              <a:rPr lang="x-none" sz="700" dirty="0">
                <a:latin typeface="东文宋体" charset="0"/>
                <a:cs typeface="东文宋体" charset="0"/>
              </a:rPr>
              <a:t>低電圧化はビットの値を反転させる可能性があり、パワーゲーティングは各ビットの値をゼロにしてしまいます。</a:t>
            </a:r>
            <a:endParaRPr lang="en-US" sz="700" dirty="0">
              <a:latin typeface="东文宋体" charset="0"/>
              <a:cs typeface="东文宋体" charset="0"/>
            </a:endParaRPr>
          </a:p>
          <a:p>
            <a:r>
              <a:rPr lang="en-US" sz="700" dirty="0">
                <a:latin typeface="东文宋体" charset="0"/>
                <a:cs typeface="东文宋体" charset="0"/>
              </a:rPr>
              <a:t>*UV(</a:t>
            </a:r>
            <a:r>
              <a:rPr lang="en-US" altLang="ja-JP" sz="700" dirty="0">
                <a:latin typeface="东文宋体" charset="0"/>
                <a:cs typeface="东文宋体" charset="0"/>
              </a:rPr>
              <a:t>Under </a:t>
            </a:r>
            <a:r>
              <a:rPr lang="en-US" altLang="ja-JP" sz="700" dirty="0" err="1">
                <a:latin typeface="东文宋体" charset="0"/>
                <a:cs typeface="东文宋体" charset="0"/>
              </a:rPr>
              <a:t>Volted</a:t>
            </a:r>
            <a:r>
              <a:rPr lang="en-US" altLang="ja-JP" sz="700" dirty="0">
                <a:latin typeface="东文宋体" charset="0"/>
                <a:cs typeface="东文宋体" charset="0"/>
              </a:rPr>
              <a:t>): 3D IC</a:t>
            </a:r>
            <a:r>
              <a:rPr lang="ja-JP" altLang="en-US" sz="700" dirty="0">
                <a:latin typeface="东文宋体" charset="0"/>
                <a:cs typeface="东文宋体" charset="0"/>
              </a:rPr>
              <a:t>の層の電源電圧を下げる</a:t>
            </a:r>
            <a:endParaRPr lang="en-US" altLang="ja-JP" sz="700" dirty="0">
              <a:latin typeface="东文宋体" charset="0"/>
              <a:cs typeface="东文宋体" charset="0"/>
            </a:endParaRPr>
          </a:p>
          <a:p>
            <a:r>
              <a:rPr lang="en-US" sz="700" dirty="0">
                <a:latin typeface="东文宋体" charset="0"/>
                <a:cs typeface="东文宋体" charset="0"/>
              </a:rPr>
              <a:t>*PG(Power Gated): </a:t>
            </a:r>
            <a:r>
              <a:rPr lang="en-US" altLang="ja-JP" sz="700" dirty="0">
                <a:latin typeface="东文宋体" charset="0"/>
                <a:cs typeface="东文宋体" charset="0"/>
              </a:rPr>
              <a:t>3D IC</a:t>
            </a:r>
            <a:r>
              <a:rPr lang="ja-JP" altLang="en-US" sz="700" dirty="0">
                <a:latin typeface="东文宋体" charset="0"/>
                <a:cs typeface="东文宋体" charset="0"/>
              </a:rPr>
              <a:t>の層の電源を切る</a:t>
            </a:r>
            <a:endParaRPr lang="en-US" altLang="ja-JP" sz="700" dirty="0">
              <a:latin typeface="东文宋体" charset="0"/>
              <a:cs typeface="东文宋体" charset="0"/>
            </a:endParaRPr>
          </a:p>
        </p:txBody>
      </p:sp>
      <p:sp>
        <p:nvSpPr>
          <p:cNvPr id="20" name="Text Box 19"/>
          <p:cNvSpPr txBox="1"/>
          <p:nvPr/>
        </p:nvSpPr>
        <p:spPr>
          <a:xfrm>
            <a:off x="4515024" y="4851400"/>
            <a:ext cx="1647015" cy="230832"/>
          </a:xfrm>
          <a:prstGeom prst="rect">
            <a:avLst/>
          </a:prstGeom>
          <a:noFill/>
        </p:spPr>
        <p:txBody>
          <a:bodyPr wrap="square" rtlCol="0" anchor="t">
            <a:spAutoFit/>
          </a:bodyPr>
          <a:lstStyle/>
          <a:p>
            <a:r>
              <a:rPr lang="x-none" sz="900" dirty="0"/>
              <a:t>(a) 通常動作 (b) UV動作</a:t>
            </a:r>
            <a:endParaRPr lang="x-none" sz="700" dirty="0">
              <a:latin typeface="东文宋体" charset="0"/>
              <a:cs typeface="东文宋体" charset="0"/>
            </a:endParaRPr>
          </a:p>
        </p:txBody>
      </p:sp>
      <p:sp>
        <p:nvSpPr>
          <p:cNvPr id="21" name="Text Box 20"/>
          <p:cNvSpPr txBox="1"/>
          <p:nvPr/>
        </p:nvSpPr>
        <p:spPr>
          <a:xfrm>
            <a:off x="4431069" y="6933456"/>
            <a:ext cx="1871305" cy="230832"/>
          </a:xfrm>
          <a:prstGeom prst="rect">
            <a:avLst/>
          </a:prstGeom>
          <a:noFill/>
        </p:spPr>
        <p:txBody>
          <a:bodyPr wrap="square" rtlCol="0" anchor="t">
            <a:spAutoFit/>
          </a:bodyPr>
          <a:lstStyle/>
          <a:p>
            <a:r>
              <a:rPr lang="x-none" sz="900" dirty="0"/>
              <a:t>(a) PG動作(b) PG &amp; UV動作</a:t>
            </a:r>
            <a:endParaRPr lang="en-US" sz="900" dirty="0"/>
          </a:p>
        </p:txBody>
      </p:sp>
      <p:sp>
        <p:nvSpPr>
          <p:cNvPr id="22" name="Text Box 21"/>
          <p:cNvSpPr txBox="1"/>
          <p:nvPr/>
        </p:nvSpPr>
        <p:spPr>
          <a:xfrm>
            <a:off x="433705" y="9270353"/>
            <a:ext cx="2912110" cy="230832"/>
          </a:xfrm>
          <a:prstGeom prst="rect">
            <a:avLst/>
          </a:prstGeom>
          <a:noFill/>
        </p:spPr>
        <p:txBody>
          <a:bodyPr wrap="square" rtlCol="0" anchor="t">
            <a:spAutoFit/>
          </a:bodyPr>
          <a:lstStyle/>
          <a:p>
            <a:r>
              <a:rPr lang="x-none" sz="900" dirty="0"/>
              <a:t>(a) 精度 (b) 消費エネルギー (c) ビットエラー率</a:t>
            </a:r>
          </a:p>
        </p:txBody>
      </p:sp>
      <p:sp>
        <p:nvSpPr>
          <p:cNvPr id="23" name="Text Box 22"/>
          <p:cNvSpPr txBox="1"/>
          <p:nvPr/>
        </p:nvSpPr>
        <p:spPr>
          <a:xfrm>
            <a:off x="3630294" y="9388376"/>
            <a:ext cx="2992756" cy="230832"/>
          </a:xfrm>
          <a:prstGeom prst="rect">
            <a:avLst/>
          </a:prstGeom>
          <a:noFill/>
        </p:spPr>
        <p:txBody>
          <a:bodyPr wrap="square" rtlCol="0" anchor="t">
            <a:spAutoFit/>
          </a:bodyPr>
          <a:lstStyle/>
          <a:p>
            <a:r>
              <a:rPr lang="x-none" sz="900" dirty="0"/>
              <a:t>(a) UV 2層 (b) PG 1層 &amp; UV 2層 (c) PG 2層 &amp; UV 2層</a:t>
            </a:r>
          </a:p>
        </p:txBody>
      </p:sp>
      <p:sp>
        <p:nvSpPr>
          <p:cNvPr id="24" name="Text Box 23"/>
          <p:cNvSpPr txBox="1"/>
          <p:nvPr/>
        </p:nvSpPr>
        <p:spPr>
          <a:xfrm>
            <a:off x="4095115" y="9223266"/>
            <a:ext cx="1811020" cy="230832"/>
          </a:xfrm>
          <a:prstGeom prst="rect">
            <a:avLst/>
          </a:prstGeom>
          <a:noFill/>
        </p:spPr>
        <p:txBody>
          <a:bodyPr wrap="square" rtlCol="0" anchor="t">
            <a:spAutoFit/>
          </a:bodyPr>
          <a:lstStyle/>
          <a:p>
            <a:r>
              <a:rPr lang="x-none" sz="900" dirty="0"/>
              <a:t>精度 vs エネルギー </a:t>
            </a:r>
            <a:r>
              <a:rPr lang="x-none" sz="900" dirty="0">
                <a:sym typeface="+mn-ea"/>
              </a:rPr>
              <a:t>・ UV &amp; PG:</a:t>
            </a:r>
            <a:endParaRPr lang="x-none" sz="900" dirty="0"/>
          </a:p>
        </p:txBody>
      </p:sp>
      <p:sp>
        <p:nvSpPr>
          <p:cNvPr id="32" name="テキスト ボックス 31">
            <a:extLst>
              <a:ext uri="{FF2B5EF4-FFF2-40B4-BE49-F238E27FC236}">
                <a16:creationId xmlns:a16="http://schemas.microsoft.com/office/drawing/2014/main" id="{B841BEAA-6092-438A-895B-AAD7321FC7D6}"/>
              </a:ext>
            </a:extLst>
          </p:cNvPr>
          <p:cNvSpPr txBox="1"/>
          <p:nvPr/>
        </p:nvSpPr>
        <p:spPr>
          <a:xfrm>
            <a:off x="271145" y="3071178"/>
            <a:ext cx="289560" cy="246221"/>
          </a:xfrm>
          <a:prstGeom prst="rect">
            <a:avLst/>
          </a:prstGeom>
          <a:noFill/>
        </p:spPr>
        <p:txBody>
          <a:bodyPr wrap="square" rtlCol="0">
            <a:spAutoFit/>
          </a:bodyPr>
          <a:lstStyle/>
          <a:p>
            <a:r>
              <a:rPr kumimoji="1" lang="en-US" altLang="ja-JP" sz="1000" dirty="0"/>
              <a:t>w</a:t>
            </a:r>
            <a:endParaRPr kumimoji="1" lang="ja-JP" altLang="en-US" sz="1000" dirty="0"/>
          </a:p>
        </p:txBody>
      </p:sp>
      <p:cxnSp>
        <p:nvCxnSpPr>
          <p:cNvPr id="34" name="直線矢印コネクタ 33">
            <a:extLst>
              <a:ext uri="{FF2B5EF4-FFF2-40B4-BE49-F238E27FC236}">
                <a16:creationId xmlns:a16="http://schemas.microsoft.com/office/drawing/2014/main" id="{C60CCE43-BDFC-B815-FA0E-41654FFCBA93}"/>
              </a:ext>
            </a:extLst>
          </p:cNvPr>
          <p:cNvCxnSpPr/>
          <p:nvPr/>
        </p:nvCxnSpPr>
        <p:spPr>
          <a:xfrm>
            <a:off x="662940" y="3193101"/>
            <a:ext cx="5746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5" name="表 34">
            <a:extLst>
              <a:ext uri="{FF2B5EF4-FFF2-40B4-BE49-F238E27FC236}">
                <a16:creationId xmlns:a16="http://schemas.microsoft.com/office/drawing/2014/main" id="{A3CA4AA2-1ECF-6E32-CA60-226B72812C0A}"/>
              </a:ext>
            </a:extLst>
          </p:cNvPr>
          <p:cNvGraphicFramePr>
            <a:graphicFrameLocks noGrp="1"/>
          </p:cNvGraphicFramePr>
          <p:nvPr>
            <p:extLst>
              <p:ext uri="{D42A27DB-BD31-4B8C-83A1-F6EECF244321}">
                <p14:modId xmlns:p14="http://schemas.microsoft.com/office/powerpoint/2010/main" val="4174464016"/>
              </p:ext>
            </p:extLst>
          </p:nvPr>
        </p:nvGraphicFramePr>
        <p:xfrm>
          <a:off x="1369824" y="3088010"/>
          <a:ext cx="1917571" cy="210182"/>
        </p:xfrm>
        <a:graphic>
          <a:graphicData uri="http://schemas.openxmlformats.org/drawingml/2006/table">
            <a:tbl>
              <a:tblPr firstRow="1" bandRow="1">
                <a:tableStyleId>{5C22544A-7EE6-4342-B048-85BDC9FD1C3A}</a:tableStyleId>
              </a:tblPr>
              <a:tblGrid>
                <a:gridCol w="232833">
                  <a:extLst>
                    <a:ext uri="{9D8B030D-6E8A-4147-A177-3AD203B41FA5}">
                      <a16:colId xmlns:a16="http://schemas.microsoft.com/office/drawing/2014/main" val="83257431"/>
                    </a:ext>
                  </a:extLst>
                </a:gridCol>
                <a:gridCol w="232833">
                  <a:extLst>
                    <a:ext uri="{9D8B030D-6E8A-4147-A177-3AD203B41FA5}">
                      <a16:colId xmlns:a16="http://schemas.microsoft.com/office/drawing/2014/main" val="1549196639"/>
                    </a:ext>
                  </a:extLst>
                </a:gridCol>
                <a:gridCol w="232833">
                  <a:extLst>
                    <a:ext uri="{9D8B030D-6E8A-4147-A177-3AD203B41FA5}">
                      <a16:colId xmlns:a16="http://schemas.microsoft.com/office/drawing/2014/main" val="3884133652"/>
                    </a:ext>
                  </a:extLst>
                </a:gridCol>
                <a:gridCol w="517072">
                  <a:extLst>
                    <a:ext uri="{9D8B030D-6E8A-4147-A177-3AD203B41FA5}">
                      <a16:colId xmlns:a16="http://schemas.microsoft.com/office/drawing/2014/main" val="2061693291"/>
                    </a:ext>
                  </a:extLst>
                </a:gridCol>
                <a:gridCol w="234000">
                  <a:extLst>
                    <a:ext uri="{9D8B030D-6E8A-4147-A177-3AD203B41FA5}">
                      <a16:colId xmlns:a16="http://schemas.microsoft.com/office/drawing/2014/main" val="3403361754"/>
                    </a:ext>
                  </a:extLst>
                </a:gridCol>
                <a:gridCol w="234000">
                  <a:extLst>
                    <a:ext uri="{9D8B030D-6E8A-4147-A177-3AD203B41FA5}">
                      <a16:colId xmlns:a16="http://schemas.microsoft.com/office/drawing/2014/main" val="1542390121"/>
                    </a:ext>
                  </a:extLst>
                </a:gridCol>
                <a:gridCol w="234000">
                  <a:extLst>
                    <a:ext uri="{9D8B030D-6E8A-4147-A177-3AD203B41FA5}">
                      <a16:colId xmlns:a16="http://schemas.microsoft.com/office/drawing/2014/main" val="53803050"/>
                    </a:ext>
                  </a:extLst>
                </a:gridCol>
              </a:tblGrid>
              <a:tr h="210182">
                <a:tc>
                  <a:txBody>
                    <a:bodyPr/>
                    <a:lstStyle/>
                    <a:p>
                      <a:pPr algn="ctr"/>
                      <a:r>
                        <a:rPr kumimoji="1" lang="en-US" altLang="ja-JP" sz="1000" b="0" dirty="0">
                          <a:solidFill>
                            <a:schemeClr val="tx1"/>
                          </a:solidFill>
                        </a:rPr>
                        <a:t>1</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sz="1000" b="0" dirty="0">
                          <a:solidFill>
                            <a:schemeClr val="tx1"/>
                          </a:solidFill>
                        </a:rPr>
                        <a:t>0</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sz="1000" b="0" dirty="0">
                          <a:solidFill>
                            <a:schemeClr val="tx1"/>
                          </a:solidFill>
                        </a:rPr>
                        <a:t>1</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sz="1000" b="0" dirty="0">
                          <a:solidFill>
                            <a:schemeClr val="tx1"/>
                          </a:solidFill>
                        </a:rPr>
                        <a:t>0</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sz="1000" b="0" dirty="0">
                          <a:solidFill>
                            <a:schemeClr val="tx1"/>
                          </a:solidFill>
                        </a:rPr>
                        <a:t>0</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sz="1000" b="0" dirty="0">
                          <a:solidFill>
                            <a:schemeClr val="tx1"/>
                          </a:solidFill>
                        </a:rPr>
                        <a:t>1</a:t>
                      </a:r>
                      <a:endParaRPr kumimoji="1" lang="ja-JP" altLang="en-US" sz="1000" b="0" dirty="0">
                        <a:solidFill>
                          <a:schemeClr val="tx1"/>
                        </a:solidFill>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5392496"/>
                  </a:ext>
                </a:extLst>
              </a:tr>
            </a:tbl>
          </a:graphicData>
        </a:graphic>
      </p:graphicFrame>
      <p:cxnSp>
        <p:nvCxnSpPr>
          <p:cNvPr id="38" name="直線コネクタ 37">
            <a:extLst>
              <a:ext uri="{FF2B5EF4-FFF2-40B4-BE49-F238E27FC236}">
                <a16:creationId xmlns:a16="http://schemas.microsoft.com/office/drawing/2014/main" id="{3700617E-21D7-D5D3-A92D-2F5915E894A0}"/>
              </a:ext>
            </a:extLst>
          </p:cNvPr>
          <p:cNvCxnSpPr/>
          <p:nvPr/>
        </p:nvCxnSpPr>
        <p:spPr>
          <a:xfrm>
            <a:off x="2150809" y="3196668"/>
            <a:ext cx="355600" cy="0"/>
          </a:xfrm>
          <a:prstGeom prst="line">
            <a:avLst/>
          </a:prstGeom>
          <a:ln>
            <a:solidFill>
              <a:schemeClr val="tx1"/>
            </a:solidFill>
            <a:prstDash val="sysDot"/>
          </a:ln>
        </p:spPr>
        <p:style>
          <a:lnRef idx="1">
            <a:schemeClr val="dk1"/>
          </a:lnRef>
          <a:fillRef idx="0">
            <a:schemeClr val="dk1"/>
          </a:fillRef>
          <a:effectRef idx="0">
            <a:schemeClr val="dk1"/>
          </a:effectRef>
          <a:fontRef idx="minor">
            <a:schemeClr val="tx1"/>
          </a:fontRef>
        </p:style>
      </p:cxnSp>
      <p:sp>
        <p:nvSpPr>
          <p:cNvPr id="44" name="テキスト ボックス 43">
            <a:extLst>
              <a:ext uri="{FF2B5EF4-FFF2-40B4-BE49-F238E27FC236}">
                <a16:creationId xmlns:a16="http://schemas.microsoft.com/office/drawing/2014/main" id="{4BC2DFCA-4724-9EB7-691B-BCFDF0304974}"/>
              </a:ext>
            </a:extLst>
          </p:cNvPr>
          <p:cNvSpPr txBox="1"/>
          <p:nvPr/>
        </p:nvSpPr>
        <p:spPr>
          <a:xfrm>
            <a:off x="-14987" y="3249221"/>
            <a:ext cx="830074" cy="246221"/>
          </a:xfrm>
          <a:prstGeom prst="rect">
            <a:avLst/>
          </a:prstGeom>
          <a:noFill/>
        </p:spPr>
        <p:txBody>
          <a:bodyPr wrap="square" rtlCol="0">
            <a:spAutoFit/>
          </a:bodyPr>
          <a:lstStyle/>
          <a:p>
            <a:pPr algn="ctr"/>
            <a:r>
              <a:rPr lang="ja-JP" altLang="en-US" sz="500" b="1" dirty="0">
                <a:latin typeface="东文宋体" charset="0"/>
              </a:rPr>
              <a:t>シナプスの重み</a:t>
            </a:r>
            <a:endParaRPr lang="en-US" altLang="ja-JP" sz="500" b="1" dirty="0">
              <a:latin typeface="东文宋体" charset="0"/>
            </a:endParaRPr>
          </a:p>
          <a:p>
            <a:pPr algn="ctr"/>
            <a:r>
              <a:rPr lang="ja-JP" altLang="en-US" sz="500" b="1" dirty="0">
                <a:latin typeface="东文宋体" charset="0"/>
              </a:rPr>
              <a:t>０～１</a:t>
            </a:r>
          </a:p>
        </p:txBody>
      </p:sp>
      <p:sp>
        <p:nvSpPr>
          <p:cNvPr id="45" name="テキスト ボックス 44">
            <a:extLst>
              <a:ext uri="{FF2B5EF4-FFF2-40B4-BE49-F238E27FC236}">
                <a16:creationId xmlns:a16="http://schemas.microsoft.com/office/drawing/2014/main" id="{48488E01-1B9A-D376-3B49-D839FBDBB203}"/>
              </a:ext>
            </a:extLst>
          </p:cNvPr>
          <p:cNvSpPr txBox="1"/>
          <p:nvPr/>
        </p:nvSpPr>
        <p:spPr>
          <a:xfrm>
            <a:off x="507365" y="3239051"/>
            <a:ext cx="830074" cy="246221"/>
          </a:xfrm>
          <a:prstGeom prst="rect">
            <a:avLst/>
          </a:prstGeom>
          <a:noFill/>
        </p:spPr>
        <p:txBody>
          <a:bodyPr wrap="square" rtlCol="0">
            <a:spAutoFit/>
          </a:bodyPr>
          <a:lstStyle/>
          <a:p>
            <a:pPr algn="ctr"/>
            <a:r>
              <a:rPr lang="ja-JP" altLang="en-US" sz="500" b="1" dirty="0">
                <a:latin typeface="东文宋体" charset="0"/>
              </a:rPr>
              <a:t>バイナリとして</a:t>
            </a:r>
            <a:endParaRPr lang="en-US" altLang="ja-JP" sz="500" b="1" dirty="0">
              <a:latin typeface="东文宋体" charset="0"/>
            </a:endParaRPr>
          </a:p>
          <a:p>
            <a:pPr algn="ctr"/>
            <a:r>
              <a:rPr lang="ja-JP" altLang="en-US" sz="500" b="1" dirty="0">
                <a:latin typeface="东文宋体" charset="0"/>
              </a:rPr>
              <a:t>メモリにストア</a:t>
            </a:r>
          </a:p>
        </p:txBody>
      </p:sp>
      <p:cxnSp>
        <p:nvCxnSpPr>
          <p:cNvPr id="46" name="直線矢印コネクタ 45">
            <a:extLst>
              <a:ext uri="{FF2B5EF4-FFF2-40B4-BE49-F238E27FC236}">
                <a16:creationId xmlns:a16="http://schemas.microsoft.com/office/drawing/2014/main" id="{873F59BA-3F39-7F5E-CBE6-62D53610E68E}"/>
              </a:ext>
            </a:extLst>
          </p:cNvPr>
          <p:cNvCxnSpPr>
            <a:cxnSpLocks/>
            <a:stCxn id="45" idx="3"/>
          </p:cNvCxnSpPr>
          <p:nvPr/>
        </p:nvCxnSpPr>
        <p:spPr>
          <a:xfrm flipV="1">
            <a:off x="1337439" y="3359227"/>
            <a:ext cx="1948686" cy="2935"/>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51" name="テキスト ボックス 50">
            <a:extLst>
              <a:ext uri="{FF2B5EF4-FFF2-40B4-BE49-F238E27FC236}">
                <a16:creationId xmlns:a16="http://schemas.microsoft.com/office/drawing/2014/main" id="{AF756A26-2F1B-8FE5-2784-DE069CABAD52}"/>
              </a:ext>
            </a:extLst>
          </p:cNvPr>
          <p:cNvSpPr txBox="1"/>
          <p:nvPr/>
        </p:nvSpPr>
        <p:spPr>
          <a:xfrm>
            <a:off x="1882204" y="3373438"/>
            <a:ext cx="830074" cy="215444"/>
          </a:xfrm>
          <a:prstGeom prst="rect">
            <a:avLst/>
          </a:prstGeom>
          <a:noFill/>
        </p:spPr>
        <p:txBody>
          <a:bodyPr wrap="square" rtlCol="0">
            <a:spAutoFit/>
          </a:bodyPr>
          <a:lstStyle/>
          <a:p>
            <a:pPr algn="ctr"/>
            <a:r>
              <a:rPr lang="ja-JP" altLang="en-US" sz="800" b="1" dirty="0">
                <a:latin typeface="东文宋体" charset="0"/>
              </a:rPr>
              <a:t>重要度</a:t>
            </a:r>
          </a:p>
        </p:txBody>
      </p:sp>
      <p:sp>
        <p:nvSpPr>
          <p:cNvPr id="54" name="テキスト ボックス 53">
            <a:extLst>
              <a:ext uri="{FF2B5EF4-FFF2-40B4-BE49-F238E27FC236}">
                <a16:creationId xmlns:a16="http://schemas.microsoft.com/office/drawing/2014/main" id="{B162DAEE-5A31-4899-E76D-7BA36D5A41C7}"/>
              </a:ext>
            </a:extLst>
          </p:cNvPr>
          <p:cNvSpPr txBox="1"/>
          <p:nvPr/>
        </p:nvSpPr>
        <p:spPr>
          <a:xfrm>
            <a:off x="3108325" y="3377704"/>
            <a:ext cx="269562" cy="215444"/>
          </a:xfrm>
          <a:prstGeom prst="rect">
            <a:avLst/>
          </a:prstGeom>
          <a:noFill/>
        </p:spPr>
        <p:txBody>
          <a:bodyPr wrap="square" rtlCol="0">
            <a:spAutoFit/>
          </a:bodyPr>
          <a:lstStyle/>
          <a:p>
            <a:pPr algn="ctr"/>
            <a:r>
              <a:rPr lang="ja-JP" altLang="en-US" sz="800" b="1" dirty="0">
                <a:latin typeface="东文宋体" charset="0"/>
              </a:rPr>
              <a:t>低</a:t>
            </a:r>
          </a:p>
        </p:txBody>
      </p:sp>
      <p:sp>
        <p:nvSpPr>
          <p:cNvPr id="55" name="テキスト ボックス 54">
            <a:extLst>
              <a:ext uri="{FF2B5EF4-FFF2-40B4-BE49-F238E27FC236}">
                <a16:creationId xmlns:a16="http://schemas.microsoft.com/office/drawing/2014/main" id="{08D15BAA-AF89-C1AC-77C4-FB53E5498583}"/>
              </a:ext>
            </a:extLst>
          </p:cNvPr>
          <p:cNvSpPr txBox="1"/>
          <p:nvPr/>
        </p:nvSpPr>
        <p:spPr>
          <a:xfrm>
            <a:off x="1235332" y="3388832"/>
            <a:ext cx="269562" cy="215444"/>
          </a:xfrm>
          <a:prstGeom prst="rect">
            <a:avLst/>
          </a:prstGeom>
          <a:noFill/>
        </p:spPr>
        <p:txBody>
          <a:bodyPr wrap="square" rtlCol="0">
            <a:spAutoFit/>
          </a:bodyPr>
          <a:lstStyle/>
          <a:p>
            <a:pPr algn="ctr"/>
            <a:r>
              <a:rPr lang="ja-JP" altLang="en-US" sz="800" b="1" dirty="0">
                <a:latin typeface="东文宋体" charset="0"/>
              </a:rPr>
              <a:t>高</a:t>
            </a:r>
          </a:p>
        </p:txBody>
      </p:sp>
      <p:sp>
        <p:nvSpPr>
          <p:cNvPr id="57" name="Right Arrow 196">
            <a:extLst>
              <a:ext uri="{FF2B5EF4-FFF2-40B4-BE49-F238E27FC236}">
                <a16:creationId xmlns:a16="http://schemas.microsoft.com/office/drawing/2014/main" id="{497A6AD5-E0C2-B239-F326-CA40D175422B}"/>
              </a:ext>
            </a:extLst>
          </p:cNvPr>
          <p:cNvSpPr/>
          <p:nvPr/>
        </p:nvSpPr>
        <p:spPr>
          <a:xfrm rot="18967020">
            <a:off x="4300947" y="1875967"/>
            <a:ext cx="494030" cy="3200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8" name="Right Arrow 196">
            <a:extLst>
              <a:ext uri="{FF2B5EF4-FFF2-40B4-BE49-F238E27FC236}">
                <a16:creationId xmlns:a16="http://schemas.microsoft.com/office/drawing/2014/main" id="{8B85CE1B-1785-6769-0565-A37F20091462}"/>
              </a:ext>
            </a:extLst>
          </p:cNvPr>
          <p:cNvSpPr/>
          <p:nvPr/>
        </p:nvSpPr>
        <p:spPr>
          <a:xfrm>
            <a:off x="5378450" y="1469567"/>
            <a:ext cx="217990" cy="3200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1" name="Right Arrow 196">
            <a:extLst>
              <a:ext uri="{FF2B5EF4-FFF2-40B4-BE49-F238E27FC236}">
                <a16:creationId xmlns:a16="http://schemas.microsoft.com/office/drawing/2014/main" id="{F8A2B126-7A93-756E-AF1F-45F51EF02E06}"/>
              </a:ext>
            </a:extLst>
          </p:cNvPr>
          <p:cNvSpPr/>
          <p:nvPr/>
        </p:nvSpPr>
        <p:spPr>
          <a:xfrm>
            <a:off x="5477694" y="2282507"/>
            <a:ext cx="290868" cy="3200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14" name="Picture 38">
            <a:extLst>
              <a:ext uri="{FF2B5EF4-FFF2-40B4-BE49-F238E27FC236}">
                <a16:creationId xmlns:a16="http://schemas.microsoft.com/office/drawing/2014/main" id="{B5C30CF3-C0CC-7877-8831-427CB051AA94}"/>
              </a:ext>
            </a:extLst>
          </p:cNvPr>
          <p:cNvPicPr>
            <a:picLocks noChangeAspect="1"/>
          </p:cNvPicPr>
          <p:nvPr/>
        </p:nvPicPr>
        <p:blipFill>
          <a:blip r:embed="rId5"/>
          <a:srcRect l="3698" t="8425" r="47763" b="2380"/>
          <a:stretch>
            <a:fillRect/>
          </a:stretch>
        </p:blipFill>
        <p:spPr>
          <a:xfrm>
            <a:off x="1004527" y="1684840"/>
            <a:ext cx="612595" cy="536638"/>
          </a:xfrm>
          <a:prstGeom prst="rect">
            <a:avLst/>
          </a:prstGeom>
        </p:spPr>
      </p:pic>
      <p:sp>
        <p:nvSpPr>
          <p:cNvPr id="25" name="テキスト ボックス 24">
            <a:extLst>
              <a:ext uri="{FF2B5EF4-FFF2-40B4-BE49-F238E27FC236}">
                <a16:creationId xmlns:a16="http://schemas.microsoft.com/office/drawing/2014/main" id="{70DEAFCD-9785-E693-4691-CC5DD7C608F9}"/>
              </a:ext>
            </a:extLst>
          </p:cNvPr>
          <p:cNvSpPr txBox="1"/>
          <p:nvPr/>
        </p:nvSpPr>
        <p:spPr>
          <a:xfrm>
            <a:off x="1624298" y="1785836"/>
            <a:ext cx="387276" cy="369332"/>
          </a:xfrm>
          <a:prstGeom prst="rect">
            <a:avLst/>
          </a:prstGeom>
          <a:noFill/>
        </p:spPr>
        <p:txBody>
          <a:bodyPr wrap="square" rtlCol="0">
            <a:spAutoFit/>
          </a:bodyPr>
          <a:lstStyle/>
          <a:p>
            <a:r>
              <a:rPr kumimoji="1" lang="en-US" altLang="ja-JP" dirty="0"/>
              <a:t>+</a:t>
            </a:r>
            <a:endParaRPr kumimoji="1" lang="ja-JP" altLang="en-US" dirty="0"/>
          </a:p>
        </p:txBody>
      </p:sp>
      <p:sp>
        <p:nvSpPr>
          <p:cNvPr id="27" name="正方形/長方形 26">
            <a:extLst>
              <a:ext uri="{FF2B5EF4-FFF2-40B4-BE49-F238E27FC236}">
                <a16:creationId xmlns:a16="http://schemas.microsoft.com/office/drawing/2014/main" id="{207042FD-FB6D-3BEE-8F04-33D799120343}"/>
              </a:ext>
            </a:extLst>
          </p:cNvPr>
          <p:cNvSpPr/>
          <p:nvPr/>
        </p:nvSpPr>
        <p:spPr>
          <a:xfrm rot="2165197">
            <a:off x="1572867" y="1914929"/>
            <a:ext cx="133532"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02CD982A-1962-915D-0E71-4845E30152F8}"/>
              </a:ext>
            </a:extLst>
          </p:cNvPr>
          <p:cNvSpPr/>
          <p:nvPr/>
        </p:nvSpPr>
        <p:spPr>
          <a:xfrm flipV="1">
            <a:off x="1920397" y="1641489"/>
            <a:ext cx="616943" cy="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ext Box 8"/>
          <p:cNvSpPr txBox="1"/>
          <p:nvPr/>
        </p:nvSpPr>
        <p:spPr>
          <a:xfrm>
            <a:off x="93345" y="1183005"/>
            <a:ext cx="3333750" cy="521970"/>
          </a:xfrm>
          <a:prstGeom prst="rect">
            <a:avLst/>
          </a:prstGeom>
          <a:noFill/>
        </p:spPr>
        <p:txBody>
          <a:bodyPr wrap="square" rtlCol="0" anchor="t">
            <a:spAutoFit/>
          </a:bodyPr>
          <a:lstStyle/>
          <a:p>
            <a:pPr algn="l">
              <a:buNone/>
            </a:pPr>
            <a:r>
              <a:rPr lang="x-none" sz="700" dirty="0">
                <a:latin typeface="东文宋体" charset="0"/>
                <a:cs typeface="东文宋体" charset="0"/>
              </a:rPr>
              <a:t>スパイキング・ニューラル・ネットワーク（SNNs）は、低消費電力かつ高性能である生物学的神経システムを模倣しています。本研究では、3次元ハードウェア・アーキテクチャと低消費電力設計技術を用いて、スパイキング・ニューラル・ネットワークの低消費電力の利点を活用することを目指します。</a:t>
            </a:r>
          </a:p>
        </p:txBody>
      </p:sp>
      <p:sp>
        <p:nvSpPr>
          <p:cNvPr id="59" name="Right Arrow 196">
            <a:extLst>
              <a:ext uri="{FF2B5EF4-FFF2-40B4-BE49-F238E27FC236}">
                <a16:creationId xmlns:a16="http://schemas.microsoft.com/office/drawing/2014/main" id="{F739C14E-B5E4-A85A-673B-76190E75B999}"/>
              </a:ext>
            </a:extLst>
          </p:cNvPr>
          <p:cNvSpPr/>
          <p:nvPr/>
        </p:nvSpPr>
        <p:spPr>
          <a:xfrm rot="8019054">
            <a:off x="5184813" y="1879213"/>
            <a:ext cx="533101" cy="320040"/>
          </a:xfrm>
          <a:prstGeom prst="rightArrow">
            <a:avLst>
              <a:gd name="adj1" fmla="val 50000"/>
              <a:gd name="adj2" fmla="val 40217"/>
            </a:avLst>
          </a:prstGeom>
          <a:solidFill>
            <a:schemeClr val="bg1"/>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2" name="Text Box 197">
            <a:extLst>
              <a:ext uri="{FF2B5EF4-FFF2-40B4-BE49-F238E27FC236}">
                <a16:creationId xmlns:a16="http://schemas.microsoft.com/office/drawing/2014/main" id="{CDD0FB62-B3D4-B981-1245-18FDC97758FA}"/>
              </a:ext>
            </a:extLst>
          </p:cNvPr>
          <p:cNvSpPr txBox="1"/>
          <p:nvPr/>
        </p:nvSpPr>
        <p:spPr>
          <a:xfrm rot="18824413">
            <a:off x="5137144" y="1905254"/>
            <a:ext cx="716280" cy="198755"/>
          </a:xfrm>
          <a:prstGeom prst="rect">
            <a:avLst/>
          </a:prstGeom>
          <a:noFill/>
        </p:spPr>
        <p:txBody>
          <a:bodyPr wrap="square" rtlCol="0">
            <a:spAutoFit/>
          </a:bodyPr>
          <a:lstStyle/>
          <a:p>
            <a:pPr lvl="0" algn="l"/>
            <a:r>
              <a:rPr lang="ja-JP" altLang="en-US" sz="700" dirty="0">
                <a:latin typeface="东文宋体" charset="0"/>
                <a:cs typeface="东文宋体" charset="0"/>
                <a:sym typeface="+mn-ea"/>
              </a:rPr>
              <a:t>インポート</a:t>
            </a:r>
            <a:endParaRPr lang="x-none" altLang="en-US" sz="700" dirty="0">
              <a:solidFill>
                <a:schemeClr val="tx1"/>
              </a:solidFill>
              <a:latin typeface="东文宋体" charset="0"/>
              <a:cs typeface="东文宋体" charset="0"/>
              <a:sym typeface="+mn-ea"/>
            </a:endParaRPr>
          </a:p>
        </p:txBody>
      </p:sp>
      <p:pic>
        <p:nvPicPr>
          <p:cNvPr id="31" name="Picture 30">
            <a:extLst>
              <a:ext uri="{FF2B5EF4-FFF2-40B4-BE49-F238E27FC236}">
                <a16:creationId xmlns:a16="http://schemas.microsoft.com/office/drawing/2014/main" id="{D9458658-912E-4DB5-4DB9-4869B746A2DC}"/>
              </a:ext>
            </a:extLst>
          </p:cNvPr>
          <p:cNvPicPr>
            <a:picLocks noChangeAspect="1"/>
          </p:cNvPicPr>
          <p:nvPr/>
        </p:nvPicPr>
        <p:blipFill>
          <a:blip r:embed="rId17">
            <a:extLst>
              <a:ext uri="{28A0092B-C50C-407E-A947-70E740481C1C}">
                <a14:useLocalDpi xmlns:a14="http://schemas.microsoft.com/office/drawing/2010/main" val="0"/>
              </a:ext>
            </a:extLst>
          </a:blip>
          <a:srcRect/>
          <a:stretch/>
        </p:blipFill>
        <p:spPr>
          <a:xfrm>
            <a:off x="6043289" y="63806"/>
            <a:ext cx="745501" cy="745501"/>
          </a:xfrm>
          <a:prstGeom prst="rect">
            <a:avLst/>
          </a:prstGeom>
        </p:spPr>
      </p:pic>
    </p:spTree>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307</TotalTime>
  <Words>299</Words>
  <Application>Microsoft Macintosh PowerPoint</Application>
  <PresentationFormat>A4 Paper (210x297 mm)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东文宋体</vt: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MANH HIEP DAO</dc:creator>
  <cp:lastModifiedBy>Khanh Dang</cp:lastModifiedBy>
  <cp:revision>57</cp:revision>
  <cp:lastPrinted>2025-08-07T05:56:24Z</cp:lastPrinted>
  <dcterms:created xsi:type="dcterms:W3CDTF">2023-10-09T10:40:30Z</dcterms:created>
  <dcterms:modified xsi:type="dcterms:W3CDTF">2025-08-25T03:25:53Z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