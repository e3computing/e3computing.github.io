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uga Hanyu" initials="YH" lastIdx="1" clrIdx="0">
    <p:extLst>
      <p:ext uri="{19B8F6BF-5375-455C-9EA6-DF929625EA0E}">
        <p15:presenceInfo xmlns:p15="http://schemas.microsoft.com/office/powerpoint/2012/main" userId="f18bd86c1b9e4fc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4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 autoAdjust="0"/>
    <p:restoredTop sz="94660"/>
  </p:normalViewPr>
  <p:slideViewPr>
    <p:cSldViewPr snapToGrid="0">
      <p:cViewPr varScale="1">
        <p:scale>
          <a:sx n="188" d="100"/>
          <a:sy n="188" d="100"/>
        </p:scale>
        <p:origin x="58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ga Hanyu" userId="f18bd86c1b9e4fc5" providerId="LiveId" clId="{9F679B9D-5E4F-4467-9F66-2E2266F3C91F}"/>
    <pc:docChg chg="undo custSel modSld">
      <pc:chgData name="Yuga Hanyu" userId="f18bd86c1b9e4fc5" providerId="LiveId" clId="{9F679B9D-5E4F-4467-9F66-2E2266F3C91F}" dt="2025-07-28T03:35:37.915" v="3177" actId="20577"/>
      <pc:docMkLst>
        <pc:docMk/>
      </pc:docMkLst>
      <pc:sldChg chg="addSp delSp modSp mod">
        <pc:chgData name="Yuga Hanyu" userId="f18bd86c1b9e4fc5" providerId="LiveId" clId="{9F679B9D-5E4F-4467-9F66-2E2266F3C91F}" dt="2025-07-28T03:35:37.915" v="3177" actId="20577"/>
        <pc:sldMkLst>
          <pc:docMk/>
          <pc:sldMk cId="0" sldId="256"/>
        </pc:sldMkLst>
        <pc:spChg chg="del">
          <ac:chgData name="Yuga Hanyu" userId="f18bd86c1b9e4fc5" providerId="LiveId" clId="{9F679B9D-5E4F-4467-9F66-2E2266F3C91F}" dt="2025-07-28T01:53:31.828" v="113" actId="478"/>
          <ac:spMkLst>
            <pc:docMk/>
            <pc:sldMk cId="0" sldId="256"/>
            <ac:spMk id="9" creationId="{00000000-0000-0000-0000-000000000000}"/>
          </ac:spMkLst>
        </pc:spChg>
        <pc:spChg chg="add mod">
          <ac:chgData name="Yuga Hanyu" userId="f18bd86c1b9e4fc5" providerId="LiveId" clId="{9F679B9D-5E4F-4467-9F66-2E2266F3C91F}" dt="2025-07-28T02:11:56.609" v="882" actId="20577"/>
          <ac:spMkLst>
            <pc:docMk/>
            <pc:sldMk cId="0" sldId="256"/>
            <ac:spMk id="14" creationId="{AC1B3CAF-5C68-287C-F031-E8F9A73C05CA}"/>
          </ac:spMkLst>
        </pc:spChg>
        <pc:spChg chg="del">
          <ac:chgData name="Yuga Hanyu" userId="f18bd86c1b9e4fc5" providerId="LiveId" clId="{9F679B9D-5E4F-4467-9F66-2E2266F3C91F}" dt="2025-07-28T01:52:11.801" v="110" actId="478"/>
          <ac:spMkLst>
            <pc:docMk/>
            <pc:sldMk cId="0" sldId="256"/>
            <ac:spMk id="15" creationId="{00000000-0000-0000-0000-000000000000}"/>
          </ac:spMkLst>
        </pc:spChg>
        <pc:spChg chg="del">
          <ac:chgData name="Yuga Hanyu" userId="f18bd86c1b9e4fc5" providerId="LiveId" clId="{9F679B9D-5E4F-4467-9F66-2E2266F3C91F}" dt="2025-07-28T01:51:46.184" v="106" actId="478"/>
          <ac:spMkLst>
            <pc:docMk/>
            <pc:sldMk cId="0" sldId="256"/>
            <ac:spMk id="16" creationId="{00000000-0000-0000-0000-000000000000}"/>
          </ac:spMkLst>
        </pc:spChg>
        <pc:spChg chg="del">
          <ac:chgData name="Yuga Hanyu" userId="f18bd86c1b9e4fc5" providerId="LiveId" clId="{9F679B9D-5E4F-4467-9F66-2E2266F3C91F}" dt="2025-07-28T01:52:16.113" v="111" actId="478"/>
          <ac:spMkLst>
            <pc:docMk/>
            <pc:sldMk cId="0" sldId="256"/>
            <ac:spMk id="17" creationId="{00000000-0000-0000-0000-000000000000}"/>
          </ac:spMkLst>
        </pc:spChg>
        <pc:spChg chg="del">
          <ac:chgData name="Yuga Hanyu" userId="f18bd86c1b9e4fc5" providerId="LiveId" clId="{9F679B9D-5E4F-4467-9F66-2E2266F3C91F}" dt="2025-07-28T01:52:16.113" v="111" actId="478"/>
          <ac:spMkLst>
            <pc:docMk/>
            <pc:sldMk cId="0" sldId="256"/>
            <ac:spMk id="18" creationId="{00000000-0000-0000-0000-000000000000}"/>
          </ac:spMkLst>
        </pc:spChg>
        <pc:spChg chg="del">
          <ac:chgData name="Yuga Hanyu" userId="f18bd86c1b9e4fc5" providerId="LiveId" clId="{9F679B9D-5E4F-4467-9F66-2E2266F3C91F}" dt="2025-07-28T01:52:16.113" v="111" actId="478"/>
          <ac:spMkLst>
            <pc:docMk/>
            <pc:sldMk cId="0" sldId="256"/>
            <ac:spMk id="19" creationId="{00000000-0000-0000-0000-000000000000}"/>
          </ac:spMkLst>
        </pc:spChg>
        <pc:spChg chg="del">
          <ac:chgData name="Yuga Hanyu" userId="f18bd86c1b9e4fc5" providerId="LiveId" clId="{9F679B9D-5E4F-4467-9F66-2E2266F3C91F}" dt="2025-07-28T01:51:54.042" v="107" actId="478"/>
          <ac:spMkLst>
            <pc:docMk/>
            <pc:sldMk cId="0" sldId="256"/>
            <ac:spMk id="20" creationId="{00000000-0000-0000-0000-000000000000}"/>
          </ac:spMkLst>
        </pc:spChg>
        <pc:spChg chg="del">
          <ac:chgData name="Yuga Hanyu" userId="f18bd86c1b9e4fc5" providerId="LiveId" clId="{9F679B9D-5E4F-4467-9F66-2E2266F3C91F}" dt="2025-07-28T01:51:57.306" v="108" actId="478"/>
          <ac:spMkLst>
            <pc:docMk/>
            <pc:sldMk cId="0" sldId="256"/>
            <ac:spMk id="21" creationId="{00000000-0000-0000-0000-000000000000}"/>
          </ac:spMkLst>
        </pc:spChg>
        <pc:spChg chg="del">
          <ac:chgData name="Yuga Hanyu" userId="f18bd86c1b9e4fc5" providerId="LiveId" clId="{9F679B9D-5E4F-4467-9F66-2E2266F3C91F}" dt="2025-07-28T01:52:01.741" v="109" actId="478"/>
          <ac:spMkLst>
            <pc:docMk/>
            <pc:sldMk cId="0" sldId="256"/>
            <ac:spMk id="22" creationId="{00000000-0000-0000-0000-000000000000}"/>
          </ac:spMkLst>
        </pc:spChg>
        <pc:spChg chg="del">
          <ac:chgData name="Yuga Hanyu" userId="f18bd86c1b9e4fc5" providerId="LiveId" clId="{9F679B9D-5E4F-4467-9F66-2E2266F3C91F}" dt="2025-07-28T01:52:01.741" v="109" actId="478"/>
          <ac:spMkLst>
            <pc:docMk/>
            <pc:sldMk cId="0" sldId="256"/>
            <ac:spMk id="23" creationId="{00000000-0000-0000-0000-000000000000}"/>
          </ac:spMkLst>
        </pc:spChg>
        <pc:spChg chg="del">
          <ac:chgData name="Yuga Hanyu" userId="f18bd86c1b9e4fc5" providerId="LiveId" clId="{9F679B9D-5E4F-4467-9F66-2E2266F3C91F}" dt="2025-07-28T01:52:01.741" v="109" actId="478"/>
          <ac:spMkLst>
            <pc:docMk/>
            <pc:sldMk cId="0" sldId="256"/>
            <ac:spMk id="24" creationId="{00000000-0000-0000-0000-000000000000}"/>
          </ac:spMkLst>
        </pc:spChg>
        <pc:spChg chg="add mod">
          <ac:chgData name="Yuga Hanyu" userId="f18bd86c1b9e4fc5" providerId="LiveId" clId="{9F679B9D-5E4F-4467-9F66-2E2266F3C91F}" dt="2025-07-28T02:14:33.738" v="963" actId="1076"/>
          <ac:spMkLst>
            <pc:docMk/>
            <pc:sldMk cId="0" sldId="256"/>
            <ac:spMk id="26" creationId="{F37EBADF-AB92-1341-5FD5-0FE87F225650}"/>
          </ac:spMkLst>
        </pc:spChg>
        <pc:spChg chg="mod">
          <ac:chgData name="Yuga Hanyu" userId="f18bd86c1b9e4fc5" providerId="LiveId" clId="{9F679B9D-5E4F-4467-9F66-2E2266F3C91F}" dt="2025-07-28T02:15:17.509" v="966"/>
          <ac:spMkLst>
            <pc:docMk/>
            <pc:sldMk cId="0" sldId="256"/>
            <ac:spMk id="28" creationId="{3EED14D5-4E1F-41B2-9565-089D152FF200}"/>
          </ac:spMkLst>
        </pc:spChg>
        <pc:spChg chg="mod">
          <ac:chgData name="Yuga Hanyu" userId="f18bd86c1b9e4fc5" providerId="LiveId" clId="{9F679B9D-5E4F-4467-9F66-2E2266F3C91F}" dt="2025-07-28T01:51:07.068" v="98" actId="20577"/>
          <ac:spMkLst>
            <pc:docMk/>
            <pc:sldMk cId="0" sldId="256"/>
            <ac:spMk id="30" creationId="{00000000-0000-0000-0000-000000000000}"/>
          </ac:spMkLst>
        </pc:spChg>
        <pc:spChg chg="del">
          <ac:chgData name="Yuga Hanyu" userId="f18bd86c1b9e4fc5" providerId="LiveId" clId="{9F679B9D-5E4F-4467-9F66-2E2266F3C91F}" dt="2025-07-28T01:52:11.801" v="110" actId="478"/>
          <ac:spMkLst>
            <pc:docMk/>
            <pc:sldMk cId="0" sldId="256"/>
            <ac:spMk id="32" creationId="{B841BEAA-6092-438A-895B-AAD7321FC7D6}"/>
          </ac:spMkLst>
        </pc:spChg>
        <pc:spChg chg="mod">
          <ac:chgData name="Yuga Hanyu" userId="f18bd86c1b9e4fc5" providerId="LiveId" clId="{9F679B9D-5E4F-4467-9F66-2E2266F3C91F}" dt="2025-07-28T02:16:03.526" v="995" actId="20577"/>
          <ac:spMkLst>
            <pc:docMk/>
            <pc:sldMk cId="0" sldId="256"/>
            <ac:spMk id="33" creationId="{D04DCB10-C016-3560-9853-42142C5A4869}"/>
          </ac:spMkLst>
        </pc:spChg>
        <pc:spChg chg="add del mod">
          <ac:chgData name="Yuga Hanyu" userId="f18bd86c1b9e4fc5" providerId="LiveId" clId="{9F679B9D-5E4F-4467-9F66-2E2266F3C91F}" dt="2025-07-28T02:15:31.553" v="972" actId="478"/>
          <ac:spMkLst>
            <pc:docMk/>
            <pc:sldMk cId="0" sldId="256"/>
            <ac:spMk id="36" creationId="{5B4DB14E-9856-4698-0164-F8679939E603}"/>
          </ac:spMkLst>
        </pc:spChg>
        <pc:spChg chg="add del mod">
          <ac:chgData name="Yuga Hanyu" userId="f18bd86c1b9e4fc5" providerId="LiveId" clId="{9F679B9D-5E4F-4467-9F66-2E2266F3C91F}" dt="2025-07-28T02:15:29.210" v="970" actId="478"/>
          <ac:spMkLst>
            <pc:docMk/>
            <pc:sldMk cId="0" sldId="256"/>
            <ac:spMk id="41" creationId="{510BB31C-A96A-14B0-BBF4-FA252D3FBAED}"/>
          </ac:spMkLst>
        </pc:spChg>
        <pc:spChg chg="del">
          <ac:chgData name="Yuga Hanyu" userId="f18bd86c1b9e4fc5" providerId="LiveId" clId="{9F679B9D-5E4F-4467-9F66-2E2266F3C91F}" dt="2025-07-28T01:52:01.741" v="109" actId="478"/>
          <ac:spMkLst>
            <pc:docMk/>
            <pc:sldMk cId="0" sldId="256"/>
            <ac:spMk id="43" creationId="{00000000-0000-0000-0000-000000000000}"/>
          </ac:spMkLst>
        </pc:spChg>
        <pc:spChg chg="del">
          <ac:chgData name="Yuga Hanyu" userId="f18bd86c1b9e4fc5" providerId="LiveId" clId="{9F679B9D-5E4F-4467-9F66-2E2266F3C91F}" dt="2025-07-28T01:52:11.801" v="110" actId="478"/>
          <ac:spMkLst>
            <pc:docMk/>
            <pc:sldMk cId="0" sldId="256"/>
            <ac:spMk id="44" creationId="{4BC2DFCA-4724-9EB7-691B-BCFDF0304974}"/>
          </ac:spMkLst>
        </pc:spChg>
        <pc:spChg chg="del">
          <ac:chgData name="Yuga Hanyu" userId="f18bd86c1b9e4fc5" providerId="LiveId" clId="{9F679B9D-5E4F-4467-9F66-2E2266F3C91F}" dt="2025-07-28T01:52:11.801" v="110" actId="478"/>
          <ac:spMkLst>
            <pc:docMk/>
            <pc:sldMk cId="0" sldId="256"/>
            <ac:spMk id="45" creationId="{48488E01-1B9A-D376-3B49-D839FBDBB203}"/>
          </ac:spMkLst>
        </pc:spChg>
        <pc:spChg chg="add mod">
          <ac:chgData name="Yuga Hanyu" userId="f18bd86c1b9e4fc5" providerId="LiveId" clId="{9F679B9D-5E4F-4467-9F66-2E2266F3C91F}" dt="2025-07-28T02:49:20.363" v="2343" actId="20577"/>
          <ac:spMkLst>
            <pc:docMk/>
            <pc:sldMk cId="0" sldId="256"/>
            <ac:spMk id="48" creationId="{1220FB19-0F58-CF88-DBAD-2837925251F9}"/>
          </ac:spMkLst>
        </pc:spChg>
        <pc:spChg chg="mod">
          <ac:chgData name="Yuga Hanyu" userId="f18bd86c1b9e4fc5" providerId="LiveId" clId="{9F679B9D-5E4F-4467-9F66-2E2266F3C91F}" dt="2025-07-28T02:37:07.544" v="1762"/>
          <ac:spMkLst>
            <pc:docMk/>
            <pc:sldMk cId="0" sldId="256"/>
            <ac:spMk id="50" creationId="{98FF7852-EB09-03EF-6430-C22DA7A91FC9}"/>
          </ac:spMkLst>
        </pc:spChg>
        <pc:spChg chg="del">
          <ac:chgData name="Yuga Hanyu" userId="f18bd86c1b9e4fc5" providerId="LiveId" clId="{9F679B9D-5E4F-4467-9F66-2E2266F3C91F}" dt="2025-07-28T01:52:11.801" v="110" actId="478"/>
          <ac:spMkLst>
            <pc:docMk/>
            <pc:sldMk cId="0" sldId="256"/>
            <ac:spMk id="51" creationId="{AF756A26-2F1B-8FE5-2784-DE069CABAD52}"/>
          </ac:spMkLst>
        </pc:spChg>
        <pc:spChg chg="del">
          <ac:chgData name="Yuga Hanyu" userId="f18bd86c1b9e4fc5" providerId="LiveId" clId="{9F679B9D-5E4F-4467-9F66-2E2266F3C91F}" dt="2025-07-28T01:51:54.042" v="107" actId="478"/>
          <ac:spMkLst>
            <pc:docMk/>
            <pc:sldMk cId="0" sldId="256"/>
            <ac:spMk id="54" creationId="{B162DAEE-5A31-4899-E76D-7BA36D5A41C7}"/>
          </ac:spMkLst>
        </pc:spChg>
        <pc:spChg chg="del">
          <ac:chgData name="Yuga Hanyu" userId="f18bd86c1b9e4fc5" providerId="LiveId" clId="{9F679B9D-5E4F-4467-9F66-2E2266F3C91F}" dt="2025-07-28T01:52:11.801" v="110" actId="478"/>
          <ac:spMkLst>
            <pc:docMk/>
            <pc:sldMk cId="0" sldId="256"/>
            <ac:spMk id="55" creationId="{08D15BAA-AF89-C1AC-77C4-FB53E5498583}"/>
          </ac:spMkLst>
        </pc:spChg>
        <pc:spChg chg="mod">
          <ac:chgData name="Yuga Hanyu" userId="f18bd86c1b9e4fc5" providerId="LiveId" clId="{9F679B9D-5E4F-4467-9F66-2E2266F3C91F}" dt="2025-07-28T02:49:30.032" v="2349" actId="20577"/>
          <ac:spMkLst>
            <pc:docMk/>
            <pc:sldMk cId="0" sldId="256"/>
            <ac:spMk id="56" creationId="{06867DD2-E5F5-F1D5-7511-1A0181095444}"/>
          </ac:spMkLst>
        </pc:spChg>
        <pc:spChg chg="del">
          <ac:chgData name="Yuga Hanyu" userId="f18bd86c1b9e4fc5" providerId="LiveId" clId="{9F679B9D-5E4F-4467-9F66-2E2266F3C91F}" dt="2025-07-28T01:51:39.108" v="100" actId="478"/>
          <ac:spMkLst>
            <pc:docMk/>
            <pc:sldMk cId="0" sldId="256"/>
            <ac:spMk id="57" creationId="{497A6AD5-E0C2-B239-F326-CA40D175422B}"/>
          </ac:spMkLst>
        </pc:spChg>
        <pc:spChg chg="del">
          <ac:chgData name="Yuga Hanyu" userId="f18bd86c1b9e4fc5" providerId="LiveId" clId="{9F679B9D-5E4F-4467-9F66-2E2266F3C91F}" dt="2025-07-28T01:51:39.826" v="101" actId="478"/>
          <ac:spMkLst>
            <pc:docMk/>
            <pc:sldMk cId="0" sldId="256"/>
            <ac:spMk id="58" creationId="{8B85CE1B-1785-6769-0565-A37F20091462}"/>
          </ac:spMkLst>
        </pc:spChg>
        <pc:spChg chg="del">
          <ac:chgData name="Yuga Hanyu" userId="f18bd86c1b9e4fc5" providerId="LiveId" clId="{9F679B9D-5E4F-4467-9F66-2E2266F3C91F}" dt="2025-07-28T01:51:43.747" v="104" actId="478"/>
          <ac:spMkLst>
            <pc:docMk/>
            <pc:sldMk cId="0" sldId="256"/>
            <ac:spMk id="59" creationId="{F739C14E-B5E4-A85A-673B-76190E75B999}"/>
          </ac:spMkLst>
        </pc:spChg>
        <pc:spChg chg="del">
          <ac:chgData name="Yuga Hanyu" userId="f18bd86c1b9e4fc5" providerId="LiveId" clId="{9F679B9D-5E4F-4467-9F66-2E2266F3C91F}" dt="2025-07-28T01:51:44.497" v="105" actId="478"/>
          <ac:spMkLst>
            <pc:docMk/>
            <pc:sldMk cId="0" sldId="256"/>
            <ac:spMk id="61" creationId="{F8A2B126-7A93-756E-AF1F-45F51EF02E06}"/>
          </ac:spMkLst>
        </pc:spChg>
        <pc:spChg chg="del mod">
          <ac:chgData name="Yuga Hanyu" userId="f18bd86c1b9e4fc5" providerId="LiveId" clId="{9F679B9D-5E4F-4467-9F66-2E2266F3C91F}" dt="2025-07-28T01:51:42.779" v="103" actId="478"/>
          <ac:spMkLst>
            <pc:docMk/>
            <pc:sldMk cId="0" sldId="256"/>
            <ac:spMk id="62" creationId="{CDD0FB62-B3D4-B981-1245-18FDC97758FA}"/>
          </ac:spMkLst>
        </pc:spChg>
        <pc:spChg chg="add mod">
          <ac:chgData name="Yuga Hanyu" userId="f18bd86c1b9e4fc5" providerId="LiveId" clId="{9F679B9D-5E4F-4467-9F66-2E2266F3C91F}" dt="2025-07-28T02:43:58.312" v="2245" actId="20577"/>
          <ac:spMkLst>
            <pc:docMk/>
            <pc:sldMk cId="0" sldId="256"/>
            <ac:spMk id="63" creationId="{370127B1-E234-95E0-9305-FDD05E25ECD3}"/>
          </ac:spMkLst>
        </pc:spChg>
        <pc:spChg chg="mod">
          <ac:chgData name="Yuga Hanyu" userId="f18bd86c1b9e4fc5" providerId="LiveId" clId="{9F679B9D-5E4F-4467-9F66-2E2266F3C91F}" dt="2025-07-28T02:47:07.338" v="2246"/>
          <ac:spMkLst>
            <pc:docMk/>
            <pc:sldMk cId="0" sldId="256"/>
            <ac:spMk id="65" creationId="{4C96C592-0103-F34D-A565-CF14EEDE7A0E}"/>
          </ac:spMkLst>
        </pc:spChg>
        <pc:spChg chg="mod">
          <ac:chgData name="Yuga Hanyu" userId="f18bd86c1b9e4fc5" providerId="LiveId" clId="{9F679B9D-5E4F-4467-9F66-2E2266F3C91F}" dt="2025-07-28T02:48:58.716" v="2328" actId="20577"/>
          <ac:spMkLst>
            <pc:docMk/>
            <pc:sldMk cId="0" sldId="256"/>
            <ac:spMk id="66" creationId="{23B1AE98-D858-160F-11F7-2E9E9BBC45A5}"/>
          </ac:spMkLst>
        </pc:spChg>
        <pc:spChg chg="add mod">
          <ac:chgData name="Yuga Hanyu" userId="f18bd86c1b9e4fc5" providerId="LiveId" clId="{9F679B9D-5E4F-4467-9F66-2E2266F3C91F}" dt="2025-07-28T03:33:32.587" v="3134" actId="1076"/>
          <ac:spMkLst>
            <pc:docMk/>
            <pc:sldMk cId="0" sldId="256"/>
            <ac:spMk id="68" creationId="{B6DF1DAB-75FB-020C-AAC7-3E665678A648}"/>
          </ac:spMkLst>
        </pc:spChg>
        <pc:spChg chg="add mod">
          <ac:chgData name="Yuga Hanyu" userId="f18bd86c1b9e4fc5" providerId="LiveId" clId="{9F679B9D-5E4F-4467-9F66-2E2266F3C91F}" dt="2025-07-28T03:33:42.976" v="3135" actId="1076"/>
          <ac:spMkLst>
            <pc:docMk/>
            <pc:sldMk cId="0" sldId="256"/>
            <ac:spMk id="69" creationId="{4B50509F-7175-4DBD-B989-78E9068841D2}"/>
          </ac:spMkLst>
        </pc:spChg>
        <pc:spChg chg="add mod">
          <ac:chgData name="Yuga Hanyu" userId="f18bd86c1b9e4fc5" providerId="LiveId" clId="{9F679B9D-5E4F-4467-9F66-2E2266F3C91F}" dt="2025-07-28T03:33:42.976" v="3135" actId="1076"/>
          <ac:spMkLst>
            <pc:docMk/>
            <pc:sldMk cId="0" sldId="256"/>
            <ac:spMk id="70" creationId="{76E76767-27FA-0197-D021-D34EEAD89C92}"/>
          </ac:spMkLst>
        </pc:spChg>
        <pc:spChg chg="add mod">
          <ac:chgData name="Yuga Hanyu" userId="f18bd86c1b9e4fc5" providerId="LiveId" clId="{9F679B9D-5E4F-4467-9F66-2E2266F3C91F}" dt="2025-07-28T03:33:42.976" v="3135" actId="1076"/>
          <ac:spMkLst>
            <pc:docMk/>
            <pc:sldMk cId="0" sldId="256"/>
            <ac:spMk id="71" creationId="{16A93DD4-A4CD-6125-E348-89E1E6473F0A}"/>
          </ac:spMkLst>
        </pc:spChg>
        <pc:spChg chg="add mod">
          <ac:chgData name="Yuga Hanyu" userId="f18bd86c1b9e4fc5" providerId="LiveId" clId="{9F679B9D-5E4F-4467-9F66-2E2266F3C91F}" dt="2025-07-28T03:33:42.976" v="3135" actId="1076"/>
          <ac:spMkLst>
            <pc:docMk/>
            <pc:sldMk cId="0" sldId="256"/>
            <ac:spMk id="72" creationId="{02E9CFE0-A4DD-194A-59C2-1454E1B4947E}"/>
          </ac:spMkLst>
        </pc:spChg>
        <pc:spChg chg="add mod ord">
          <ac:chgData name="Yuga Hanyu" userId="f18bd86c1b9e4fc5" providerId="LiveId" clId="{9F679B9D-5E4F-4467-9F66-2E2266F3C91F}" dt="2025-07-28T03:33:42.976" v="3135" actId="1076"/>
          <ac:spMkLst>
            <pc:docMk/>
            <pc:sldMk cId="0" sldId="256"/>
            <ac:spMk id="76" creationId="{A8698200-3A2A-4EDF-0EA7-868B2C4A084D}"/>
          </ac:spMkLst>
        </pc:spChg>
        <pc:spChg chg="add mod">
          <ac:chgData name="Yuga Hanyu" userId="f18bd86c1b9e4fc5" providerId="LiveId" clId="{9F679B9D-5E4F-4467-9F66-2E2266F3C91F}" dt="2025-07-28T03:33:42.976" v="3135" actId="1076"/>
          <ac:spMkLst>
            <pc:docMk/>
            <pc:sldMk cId="0" sldId="256"/>
            <ac:spMk id="77" creationId="{067189CF-2930-B95A-B35B-9903390D074F}"/>
          </ac:spMkLst>
        </pc:spChg>
        <pc:spChg chg="add mod ord">
          <ac:chgData name="Yuga Hanyu" userId="f18bd86c1b9e4fc5" providerId="LiveId" clId="{9F679B9D-5E4F-4467-9F66-2E2266F3C91F}" dt="2025-07-28T03:33:42.976" v="3135" actId="1076"/>
          <ac:spMkLst>
            <pc:docMk/>
            <pc:sldMk cId="0" sldId="256"/>
            <ac:spMk id="82" creationId="{93F0B18F-11B7-CF3C-7CB8-82A9EAE1884E}"/>
          </ac:spMkLst>
        </pc:spChg>
        <pc:spChg chg="mod">
          <ac:chgData name="Yuga Hanyu" userId="f18bd86c1b9e4fc5" providerId="LiveId" clId="{9F679B9D-5E4F-4467-9F66-2E2266F3C91F}" dt="2025-07-28T02:15:55.204" v="977" actId="20577"/>
          <ac:spMkLst>
            <pc:docMk/>
            <pc:sldMk cId="0" sldId="256"/>
            <ac:spMk id="91" creationId="{00000000-0000-0000-0000-000000000000}"/>
          </ac:spMkLst>
        </pc:spChg>
        <pc:spChg chg="add del mod">
          <ac:chgData name="Yuga Hanyu" userId="f18bd86c1b9e4fc5" providerId="LiveId" clId="{9F679B9D-5E4F-4467-9F66-2E2266F3C91F}" dt="2025-07-28T03:21:59.183" v="3009" actId="478"/>
          <ac:spMkLst>
            <pc:docMk/>
            <pc:sldMk cId="0" sldId="256"/>
            <ac:spMk id="93" creationId="{DA3B5039-3630-222F-1A5C-8C7D124B95AD}"/>
          </ac:spMkLst>
        </pc:spChg>
        <pc:spChg chg="add mod">
          <ac:chgData name="Yuga Hanyu" userId="f18bd86c1b9e4fc5" providerId="LiveId" clId="{9F679B9D-5E4F-4467-9F66-2E2266F3C91F}" dt="2025-07-28T03:33:42.976" v="3135" actId="1076"/>
          <ac:spMkLst>
            <pc:docMk/>
            <pc:sldMk cId="0" sldId="256"/>
            <ac:spMk id="95" creationId="{D283852D-DF1F-E3E7-0BDD-AEDECA4C6C6D}"/>
          </ac:spMkLst>
        </pc:spChg>
        <pc:spChg chg="add mod">
          <ac:chgData name="Yuga Hanyu" userId="f18bd86c1b9e4fc5" providerId="LiveId" clId="{9F679B9D-5E4F-4467-9F66-2E2266F3C91F}" dt="2025-07-28T03:33:42.976" v="3135" actId="1076"/>
          <ac:spMkLst>
            <pc:docMk/>
            <pc:sldMk cId="0" sldId="256"/>
            <ac:spMk id="97" creationId="{792E385A-E325-6E61-FD3C-EB20C30520B6}"/>
          </ac:spMkLst>
        </pc:spChg>
        <pc:spChg chg="add mod">
          <ac:chgData name="Yuga Hanyu" userId="f18bd86c1b9e4fc5" providerId="LiveId" clId="{9F679B9D-5E4F-4467-9F66-2E2266F3C91F}" dt="2025-07-28T03:33:42.976" v="3135" actId="1076"/>
          <ac:spMkLst>
            <pc:docMk/>
            <pc:sldMk cId="0" sldId="256"/>
            <ac:spMk id="98" creationId="{FBDBBC43-EAD8-7D45-6AB4-AA1EF8576D3B}"/>
          </ac:spMkLst>
        </pc:spChg>
        <pc:spChg chg="mod">
          <ac:chgData name="Yuga Hanyu" userId="f18bd86c1b9e4fc5" providerId="LiveId" clId="{9F679B9D-5E4F-4467-9F66-2E2266F3C91F}" dt="2025-07-28T03:11:50.817" v="2819"/>
          <ac:spMkLst>
            <pc:docMk/>
            <pc:sldMk cId="0" sldId="256"/>
            <ac:spMk id="102" creationId="{8E61E6B6-D6B5-E763-1659-34FEABBDA0ED}"/>
          </ac:spMkLst>
        </pc:spChg>
        <pc:spChg chg="mod">
          <ac:chgData name="Yuga Hanyu" userId="f18bd86c1b9e4fc5" providerId="LiveId" clId="{9F679B9D-5E4F-4467-9F66-2E2266F3C91F}" dt="2025-07-28T03:28:48.737" v="3114" actId="20577"/>
          <ac:spMkLst>
            <pc:docMk/>
            <pc:sldMk cId="0" sldId="256"/>
            <ac:spMk id="103" creationId="{386BBEC5-2E29-F077-B8BA-5F9958930AB6}"/>
          </ac:spMkLst>
        </pc:spChg>
        <pc:spChg chg="mod">
          <ac:chgData name="Yuga Hanyu" userId="f18bd86c1b9e4fc5" providerId="LiveId" clId="{9F679B9D-5E4F-4467-9F66-2E2266F3C91F}" dt="2025-07-28T03:22:52.502" v="3018"/>
          <ac:spMkLst>
            <pc:docMk/>
            <pc:sldMk cId="0" sldId="256"/>
            <ac:spMk id="113" creationId="{6FF5AEB4-6E6C-9889-A5B0-755E7A9AD456}"/>
          </ac:spMkLst>
        </pc:spChg>
        <pc:spChg chg="mod">
          <ac:chgData name="Yuga Hanyu" userId="f18bd86c1b9e4fc5" providerId="LiveId" clId="{9F679B9D-5E4F-4467-9F66-2E2266F3C91F}" dt="2025-07-28T03:22:52.502" v="3018"/>
          <ac:spMkLst>
            <pc:docMk/>
            <pc:sldMk cId="0" sldId="256"/>
            <ac:spMk id="114" creationId="{3D2D8893-6E8E-84E8-74D9-AE622B3B6126}"/>
          </ac:spMkLst>
        </pc:spChg>
        <pc:spChg chg="mod topLvl">
          <ac:chgData name="Yuga Hanyu" userId="f18bd86c1b9e4fc5" providerId="LiveId" clId="{9F679B9D-5E4F-4467-9F66-2E2266F3C91F}" dt="2025-07-28T03:34:01.956" v="3139" actId="14100"/>
          <ac:spMkLst>
            <pc:docMk/>
            <pc:sldMk cId="0" sldId="256"/>
            <ac:spMk id="127" creationId="{07E040F8-9EFA-967B-6EB7-1C7DD7365BB3}"/>
          </ac:spMkLst>
        </pc:spChg>
        <pc:spChg chg="del mod topLvl">
          <ac:chgData name="Yuga Hanyu" userId="f18bd86c1b9e4fc5" providerId="LiveId" clId="{9F679B9D-5E4F-4467-9F66-2E2266F3C91F}" dt="2025-07-28T03:32:55.899" v="3131" actId="478"/>
          <ac:spMkLst>
            <pc:docMk/>
            <pc:sldMk cId="0" sldId="256"/>
            <ac:spMk id="128" creationId="{A2EE7B6E-6225-82D0-DFBE-8CB5DB0F9484}"/>
          </ac:spMkLst>
        </pc:spChg>
        <pc:spChg chg="add mod">
          <ac:chgData name="Yuga Hanyu" userId="f18bd86c1b9e4fc5" providerId="LiveId" clId="{9F679B9D-5E4F-4467-9F66-2E2266F3C91F}" dt="2025-07-28T03:35:37.915" v="3177" actId="20577"/>
          <ac:spMkLst>
            <pc:docMk/>
            <pc:sldMk cId="0" sldId="256"/>
            <ac:spMk id="129" creationId="{8125E3F2-DC0A-7E53-78DB-8EBD57645F72}"/>
          </ac:spMkLst>
        </pc:spChg>
        <pc:spChg chg="add mod">
          <ac:chgData name="Yuga Hanyu" userId="f18bd86c1b9e4fc5" providerId="LiveId" clId="{9F679B9D-5E4F-4467-9F66-2E2266F3C91F}" dt="2025-07-28T03:34:42.697" v="3164" actId="14100"/>
          <ac:spMkLst>
            <pc:docMk/>
            <pc:sldMk cId="0" sldId="256"/>
            <ac:spMk id="130" creationId="{08055F90-23CD-F701-36AF-3950F429795B}"/>
          </ac:spMkLst>
        </pc:spChg>
        <pc:spChg chg="del">
          <ac:chgData name="Yuga Hanyu" userId="f18bd86c1b9e4fc5" providerId="LiveId" clId="{9F679B9D-5E4F-4467-9F66-2E2266F3C91F}" dt="2025-07-28T01:48:58.213" v="0" actId="478"/>
          <ac:spMkLst>
            <pc:docMk/>
            <pc:sldMk cId="0" sldId="256"/>
            <ac:spMk id="166" creationId="{00000000-0000-0000-0000-000000000000}"/>
          </ac:spMkLst>
        </pc:spChg>
        <pc:spChg chg="del">
          <ac:chgData name="Yuga Hanyu" userId="f18bd86c1b9e4fc5" providerId="LiveId" clId="{9F679B9D-5E4F-4467-9F66-2E2266F3C91F}" dt="2025-07-28T01:52:01.741" v="109" actId="478"/>
          <ac:spMkLst>
            <pc:docMk/>
            <pc:sldMk cId="0" sldId="256"/>
            <ac:spMk id="167" creationId="{00000000-0000-0000-0000-000000000000}"/>
          </ac:spMkLst>
        </pc:spChg>
        <pc:grpChg chg="del">
          <ac:chgData name="Yuga Hanyu" userId="f18bd86c1b9e4fc5" providerId="LiveId" clId="{9F679B9D-5E4F-4467-9F66-2E2266F3C91F}" dt="2025-07-28T01:51:37.374" v="99" actId="478"/>
          <ac:grpSpMkLst>
            <pc:docMk/>
            <pc:sldMk cId="0" sldId="256"/>
            <ac:grpSpMk id="3" creationId="{00000000-0000-0000-0000-000000000000}"/>
          </ac:grpSpMkLst>
        </pc:grpChg>
        <pc:grpChg chg="del">
          <ac:chgData name="Yuga Hanyu" userId="f18bd86c1b9e4fc5" providerId="LiveId" clId="{9F679B9D-5E4F-4467-9F66-2E2266F3C91F}" dt="2025-07-28T01:51:54.042" v="107" actId="478"/>
          <ac:grpSpMkLst>
            <pc:docMk/>
            <pc:sldMk cId="0" sldId="256"/>
            <ac:grpSpMk id="4" creationId="{00000000-0000-0000-0000-000000000000}"/>
          </ac:grpSpMkLst>
        </pc:grpChg>
        <pc:grpChg chg="del">
          <ac:chgData name="Yuga Hanyu" userId="f18bd86c1b9e4fc5" providerId="LiveId" clId="{9F679B9D-5E4F-4467-9F66-2E2266F3C91F}" dt="2025-07-28T01:51:57.306" v="108" actId="478"/>
          <ac:grpSpMkLst>
            <pc:docMk/>
            <pc:sldMk cId="0" sldId="256"/>
            <ac:grpSpMk id="5" creationId="{00000000-0000-0000-0000-000000000000}"/>
          </ac:grpSpMkLst>
        </pc:grpChg>
        <pc:grpChg chg="del">
          <ac:chgData name="Yuga Hanyu" userId="f18bd86c1b9e4fc5" providerId="LiveId" clId="{9F679B9D-5E4F-4467-9F66-2E2266F3C91F}" dt="2025-07-28T01:52:01.741" v="109" actId="478"/>
          <ac:grpSpMkLst>
            <pc:docMk/>
            <pc:sldMk cId="0" sldId="256"/>
            <ac:grpSpMk id="6" creationId="{00000000-0000-0000-0000-000000000000}"/>
          </ac:grpSpMkLst>
        </pc:grpChg>
        <pc:grpChg chg="del">
          <ac:chgData name="Yuga Hanyu" userId="f18bd86c1b9e4fc5" providerId="LiveId" clId="{9F679B9D-5E4F-4467-9F66-2E2266F3C91F}" dt="2025-07-28T01:52:16.113" v="111" actId="478"/>
          <ac:grpSpMkLst>
            <pc:docMk/>
            <pc:sldMk cId="0" sldId="256"/>
            <ac:grpSpMk id="7" creationId="{00000000-0000-0000-0000-000000000000}"/>
          </ac:grpSpMkLst>
        </pc:grpChg>
        <pc:grpChg chg="del">
          <ac:chgData name="Yuga Hanyu" userId="f18bd86c1b9e4fc5" providerId="LiveId" clId="{9F679B9D-5E4F-4467-9F66-2E2266F3C91F}" dt="2025-07-28T01:52:11.801" v="110" actId="478"/>
          <ac:grpSpMkLst>
            <pc:docMk/>
            <pc:sldMk cId="0" sldId="256"/>
            <ac:grpSpMk id="8" creationId="{00000000-0000-0000-0000-000000000000}"/>
          </ac:grpSpMkLst>
        </pc:grpChg>
        <pc:grpChg chg="mod">
          <ac:chgData name="Yuga Hanyu" userId="f18bd86c1b9e4fc5" providerId="LiveId" clId="{9F679B9D-5E4F-4467-9F66-2E2266F3C91F}" dt="2025-07-28T02:15:06.933" v="965" actId="14100"/>
          <ac:grpSpMkLst>
            <pc:docMk/>
            <pc:sldMk cId="0" sldId="256"/>
            <ac:grpSpMk id="10" creationId="{00000000-0000-0000-0000-000000000000}"/>
          </ac:grpSpMkLst>
        </pc:grpChg>
        <pc:grpChg chg="del">
          <ac:chgData name="Yuga Hanyu" userId="f18bd86c1b9e4fc5" providerId="LiveId" clId="{9F679B9D-5E4F-4467-9F66-2E2266F3C91F}" dt="2025-07-28T01:52:16.113" v="111" actId="478"/>
          <ac:grpSpMkLst>
            <pc:docMk/>
            <pc:sldMk cId="0" sldId="256"/>
            <ac:grpSpMk id="11" creationId="{00000000-0000-0000-0000-000000000000}"/>
          </ac:grpSpMkLst>
        </pc:grpChg>
        <pc:grpChg chg="add del mod">
          <ac:chgData name="Yuga Hanyu" userId="f18bd86c1b9e4fc5" providerId="LiveId" clId="{9F679B9D-5E4F-4467-9F66-2E2266F3C91F}" dt="2025-07-28T02:37:32.539" v="1765" actId="1076"/>
          <ac:grpSpMkLst>
            <pc:docMk/>
            <pc:sldMk cId="0" sldId="256"/>
            <ac:grpSpMk id="27" creationId="{8ED9A8A4-DE01-4263-8C45-B2354D22F771}"/>
          </ac:grpSpMkLst>
        </pc:grpChg>
        <pc:grpChg chg="add mod">
          <ac:chgData name="Yuga Hanyu" userId="f18bd86c1b9e4fc5" providerId="LiveId" clId="{9F679B9D-5E4F-4467-9F66-2E2266F3C91F}" dt="2025-07-28T02:37:41.256" v="1766" actId="1076"/>
          <ac:grpSpMkLst>
            <pc:docMk/>
            <pc:sldMk cId="0" sldId="256"/>
            <ac:grpSpMk id="49" creationId="{2AF135C1-918F-6E1E-0A89-47D2B676D956}"/>
          </ac:grpSpMkLst>
        </pc:grpChg>
        <pc:grpChg chg="add mod">
          <ac:chgData name="Yuga Hanyu" userId="f18bd86c1b9e4fc5" providerId="LiveId" clId="{9F679B9D-5E4F-4467-9F66-2E2266F3C91F}" dt="2025-07-28T03:33:48.240" v="3136" actId="14100"/>
          <ac:grpSpMkLst>
            <pc:docMk/>
            <pc:sldMk cId="0" sldId="256"/>
            <ac:grpSpMk id="64" creationId="{A6CCC027-65A4-C3A6-DDD3-B1414A56F2D1}"/>
          </ac:grpSpMkLst>
        </pc:grpChg>
        <pc:grpChg chg="add mod">
          <ac:chgData name="Yuga Hanyu" userId="f18bd86c1b9e4fc5" providerId="LiveId" clId="{9F679B9D-5E4F-4467-9F66-2E2266F3C91F}" dt="2025-07-28T03:33:56.831" v="3138" actId="14100"/>
          <ac:grpSpMkLst>
            <pc:docMk/>
            <pc:sldMk cId="0" sldId="256"/>
            <ac:grpSpMk id="101" creationId="{F1AF9B09-3373-0C83-28B5-41303B45CC92}"/>
          </ac:grpSpMkLst>
        </pc:grpChg>
        <pc:grpChg chg="add mod">
          <ac:chgData name="Yuga Hanyu" userId="f18bd86c1b9e4fc5" providerId="LiveId" clId="{9F679B9D-5E4F-4467-9F66-2E2266F3C91F}" dt="2025-07-28T03:22:52.502" v="3018"/>
          <ac:grpSpMkLst>
            <pc:docMk/>
            <pc:sldMk cId="0" sldId="256"/>
            <ac:grpSpMk id="111" creationId="{E6D2EABB-BFB8-8B3C-A958-2AF25BDE253F}"/>
          </ac:grpSpMkLst>
        </pc:grpChg>
        <pc:grpChg chg="add del mod">
          <ac:chgData name="Yuga Hanyu" userId="f18bd86c1b9e4fc5" providerId="LiveId" clId="{9F679B9D-5E4F-4467-9F66-2E2266F3C91F}" dt="2025-07-28T03:32:55.899" v="3131" actId="478"/>
          <ac:grpSpMkLst>
            <pc:docMk/>
            <pc:sldMk cId="0" sldId="256"/>
            <ac:grpSpMk id="126" creationId="{211FE049-4235-76CB-8551-DB4699218CEB}"/>
          </ac:grpSpMkLst>
        </pc:grpChg>
        <pc:graphicFrameChg chg="del">
          <ac:chgData name="Yuga Hanyu" userId="f18bd86c1b9e4fc5" providerId="LiveId" clId="{9F679B9D-5E4F-4467-9F66-2E2266F3C91F}" dt="2025-07-28T01:53:31.828" v="113" actId="478"/>
          <ac:graphicFrameMkLst>
            <pc:docMk/>
            <pc:sldMk cId="0" sldId="256"/>
            <ac:graphicFrameMk id="31" creationId="{DCE9D4D3-8CAD-F11C-A14A-DC3196CA15B2}"/>
          </ac:graphicFrameMkLst>
        </pc:graphicFrameChg>
        <pc:graphicFrameChg chg="del">
          <ac:chgData name="Yuga Hanyu" userId="f18bd86c1b9e4fc5" providerId="LiveId" clId="{9F679B9D-5E4F-4467-9F66-2E2266F3C91F}" dt="2025-07-28T01:52:11.801" v="110" actId="478"/>
          <ac:graphicFrameMkLst>
            <pc:docMk/>
            <pc:sldMk cId="0" sldId="256"/>
            <ac:graphicFrameMk id="35" creationId="{A3CA4AA2-1ECF-6E32-CA60-226B72812C0A}"/>
          </ac:graphicFrameMkLst>
        </pc:graphicFrameChg>
        <pc:graphicFrameChg chg="add mod modGraphic">
          <ac:chgData name="Yuga Hanyu" userId="f18bd86c1b9e4fc5" providerId="LiveId" clId="{9F679B9D-5E4F-4467-9F66-2E2266F3C91F}" dt="2025-07-28T03:33:52.551" v="3137" actId="14100"/>
          <ac:graphicFrameMkLst>
            <pc:docMk/>
            <pc:sldMk cId="0" sldId="256"/>
            <ac:graphicFrameMk id="104" creationId="{F753B8B4-29CF-31F0-208C-131BF8B6BD76}"/>
          </ac:graphicFrameMkLst>
        </pc:graphicFrameChg>
        <pc:picChg chg="add del mod modCrop">
          <ac:chgData name="Yuga Hanyu" userId="f18bd86c1b9e4fc5" providerId="LiveId" clId="{9F679B9D-5E4F-4467-9F66-2E2266F3C91F}" dt="2025-07-28T02:14:30.520" v="962" actId="1076"/>
          <ac:picMkLst>
            <pc:docMk/>
            <pc:sldMk cId="0" sldId="256"/>
            <ac:picMk id="25" creationId="{8A3BE5B4-BC0C-4B73-4647-6335942BE0FA}"/>
          </ac:picMkLst>
        </pc:picChg>
        <pc:picChg chg="add del mod">
          <ac:chgData name="Yuga Hanyu" userId="f18bd86c1b9e4fc5" providerId="LiveId" clId="{9F679B9D-5E4F-4467-9F66-2E2266F3C91F}" dt="2025-07-28T02:15:29.694" v="971" actId="478"/>
          <ac:picMkLst>
            <pc:docMk/>
            <pc:sldMk cId="0" sldId="256"/>
            <ac:picMk id="37" creationId="{6B8DA9F6-8C6E-30F6-9006-D91E61BDB7B1}"/>
          </ac:picMkLst>
        </pc:picChg>
        <pc:picChg chg="del">
          <ac:chgData name="Yuga Hanyu" userId="f18bd86c1b9e4fc5" providerId="LiveId" clId="{9F679B9D-5E4F-4467-9F66-2E2266F3C91F}" dt="2025-07-28T01:52:16.113" v="111" actId="478"/>
          <ac:picMkLst>
            <pc:docMk/>
            <pc:sldMk cId="0" sldId="256"/>
            <ac:picMk id="39" creationId="{00000000-0000-0000-0000-000000000000}"/>
          </ac:picMkLst>
        </pc:picChg>
        <pc:picChg chg="del">
          <ac:chgData name="Yuga Hanyu" userId="f18bd86c1b9e4fc5" providerId="LiveId" clId="{9F679B9D-5E4F-4467-9F66-2E2266F3C91F}" dt="2025-07-28T01:52:16.113" v="111" actId="478"/>
          <ac:picMkLst>
            <pc:docMk/>
            <pc:sldMk cId="0" sldId="256"/>
            <ac:picMk id="40" creationId="{00000000-0000-0000-0000-000000000000}"/>
          </ac:picMkLst>
        </pc:picChg>
        <pc:picChg chg="add mod">
          <ac:chgData name="Yuga Hanyu" userId="f18bd86c1b9e4fc5" providerId="LiveId" clId="{9F679B9D-5E4F-4467-9F66-2E2266F3C91F}" dt="2025-07-28T02:37:32.539" v="1765" actId="1076"/>
          <ac:picMkLst>
            <pc:docMk/>
            <pc:sldMk cId="0" sldId="256"/>
            <ac:picMk id="42" creationId="{391B7881-6008-B4BD-B450-C5733B8DDFF0}"/>
          </ac:picMkLst>
        </pc:picChg>
        <pc:picChg chg="add mod">
          <ac:chgData name="Yuga Hanyu" userId="f18bd86c1b9e4fc5" providerId="LiveId" clId="{9F679B9D-5E4F-4467-9F66-2E2266F3C91F}" dt="2025-07-28T02:38:29.149" v="1799" actId="1076"/>
          <ac:picMkLst>
            <pc:docMk/>
            <pc:sldMk cId="0" sldId="256"/>
            <ac:picMk id="60" creationId="{24F9FE5E-B90A-6B7B-D381-CFE992D376F7}"/>
          </ac:picMkLst>
        </pc:picChg>
        <pc:picChg chg="add mod">
          <ac:chgData name="Yuga Hanyu" userId="f18bd86c1b9e4fc5" providerId="LiveId" clId="{9F679B9D-5E4F-4467-9F66-2E2266F3C91F}" dt="2025-07-28T03:25:20.271" v="3040" actId="1076"/>
          <ac:picMkLst>
            <pc:docMk/>
            <pc:sldMk cId="0" sldId="256"/>
            <ac:picMk id="67" creationId="{AFC223B3-5E16-EDE5-8BE0-5BE093A9A606}"/>
          </ac:picMkLst>
        </pc:picChg>
        <pc:picChg chg="add">
          <ac:chgData name="Yuga Hanyu" userId="f18bd86c1b9e4fc5" providerId="LiveId" clId="{9F679B9D-5E4F-4467-9F66-2E2266F3C91F}" dt="2025-07-28T03:23:38.548" v="3025"/>
          <ac:picMkLst>
            <pc:docMk/>
            <pc:sldMk cId="0" sldId="256"/>
            <ac:picMk id="119" creationId="{6DCE82BF-467A-50F9-D30A-AC99ED868EE2}"/>
          </ac:picMkLst>
        </pc:picChg>
        <pc:cxnChg chg="del">
          <ac:chgData name="Yuga Hanyu" userId="f18bd86c1b9e4fc5" providerId="LiveId" clId="{9F679B9D-5E4F-4467-9F66-2E2266F3C91F}" dt="2025-07-28T01:52:11.801" v="110" actId="478"/>
          <ac:cxnSpMkLst>
            <pc:docMk/>
            <pc:sldMk cId="0" sldId="256"/>
            <ac:cxnSpMk id="34" creationId="{C60CCE43-BDFC-B815-FA0E-41654FFCBA93}"/>
          </ac:cxnSpMkLst>
        </pc:cxnChg>
        <pc:cxnChg chg="del mod">
          <ac:chgData name="Yuga Hanyu" userId="f18bd86c1b9e4fc5" providerId="LiveId" clId="{9F679B9D-5E4F-4467-9F66-2E2266F3C91F}" dt="2025-07-28T01:52:11.801" v="110" actId="478"/>
          <ac:cxnSpMkLst>
            <pc:docMk/>
            <pc:sldMk cId="0" sldId="256"/>
            <ac:cxnSpMk id="46" creationId="{873F59BA-3F39-7F5E-CBE6-62D53610E68E}"/>
          </ac:cxnSpMkLst>
        </pc:cxnChg>
        <pc:cxnChg chg="add mod">
          <ac:chgData name="Yuga Hanyu" userId="f18bd86c1b9e4fc5" providerId="LiveId" clId="{9F679B9D-5E4F-4467-9F66-2E2266F3C91F}" dt="2025-07-28T03:07:14.389" v="2777" actId="14100"/>
          <ac:cxnSpMkLst>
            <pc:docMk/>
            <pc:sldMk cId="0" sldId="256"/>
            <ac:cxnSpMk id="74" creationId="{230F8ECB-62E1-ED1D-7504-CCD3825E2011}"/>
          </ac:cxnSpMkLst>
        </pc:cxnChg>
        <pc:cxnChg chg="add mod">
          <ac:chgData name="Yuga Hanyu" userId="f18bd86c1b9e4fc5" providerId="LiveId" clId="{9F679B9D-5E4F-4467-9F66-2E2266F3C91F}" dt="2025-07-28T03:07:09.594" v="2776" actId="14100"/>
          <ac:cxnSpMkLst>
            <pc:docMk/>
            <pc:sldMk cId="0" sldId="256"/>
            <ac:cxnSpMk id="75" creationId="{D497338E-85D0-480D-9E80-3780C884E2A0}"/>
          </ac:cxnSpMkLst>
        </pc:cxnChg>
        <pc:cxnChg chg="add del mod">
          <ac:chgData name="Yuga Hanyu" userId="f18bd86c1b9e4fc5" providerId="LiveId" clId="{9F679B9D-5E4F-4467-9F66-2E2266F3C91F}" dt="2025-07-28T03:08:47.613" v="2797" actId="478"/>
          <ac:cxnSpMkLst>
            <pc:docMk/>
            <pc:sldMk cId="0" sldId="256"/>
            <ac:cxnSpMk id="84" creationId="{B5C8474D-4E48-186A-D1EF-9374784CC8A4}"/>
          </ac:cxnSpMkLst>
        </pc:cxnChg>
        <pc:cxnChg chg="add del mod">
          <ac:chgData name="Yuga Hanyu" userId="f18bd86c1b9e4fc5" providerId="LiveId" clId="{9F679B9D-5E4F-4467-9F66-2E2266F3C91F}" dt="2025-07-28T03:08:43.708" v="2796" actId="478"/>
          <ac:cxnSpMkLst>
            <pc:docMk/>
            <pc:sldMk cId="0" sldId="256"/>
            <ac:cxnSpMk id="85" creationId="{2FB27F69-76EC-7ACA-F0B0-A1BF0F8CB2D8}"/>
          </ac:cxnSpMkLst>
        </pc:cxnChg>
        <pc:cxnChg chg="add mod">
          <ac:chgData name="Yuga Hanyu" userId="f18bd86c1b9e4fc5" providerId="LiveId" clId="{9F679B9D-5E4F-4467-9F66-2E2266F3C91F}" dt="2025-07-28T03:24:35.874" v="3033" actId="1076"/>
          <ac:cxnSpMkLst>
            <pc:docMk/>
            <pc:sldMk cId="0" sldId="256"/>
            <ac:cxnSpMk id="106" creationId="{3F1571A7-81CF-66DE-ED3E-7F5A42A20E18}"/>
          </ac:cxnSpMkLst>
        </pc:cxnChg>
        <pc:cxnChg chg="add mod">
          <ac:chgData name="Yuga Hanyu" userId="f18bd86c1b9e4fc5" providerId="LiveId" clId="{9F679B9D-5E4F-4467-9F66-2E2266F3C91F}" dt="2025-07-28T03:24:41.810" v="3034" actId="14100"/>
          <ac:cxnSpMkLst>
            <pc:docMk/>
            <pc:sldMk cId="0" sldId="256"/>
            <ac:cxnSpMk id="108" creationId="{A158E2F9-7CE5-5AF9-024D-6EEC6086D594}"/>
          </ac:cxnSpMkLst>
        </pc:cxnChg>
        <pc:cxnChg chg="add mod">
          <ac:chgData name="Yuga Hanyu" userId="f18bd86c1b9e4fc5" providerId="LiveId" clId="{9F679B9D-5E4F-4467-9F66-2E2266F3C91F}" dt="2025-07-28T03:23:03.805" v="3021" actId="14100"/>
          <ac:cxnSpMkLst>
            <pc:docMk/>
            <pc:sldMk cId="0" sldId="256"/>
            <ac:cxnSpMk id="115" creationId="{2180190D-B984-A61C-F158-BFCE69B451B9}"/>
          </ac:cxnSpMkLst>
        </pc:cxnChg>
      </pc:sldChg>
    </pc:docChg>
  </pc:docChgLst>
  <pc:docChgLst>
    <pc:chgData name="Yuga Hanyu" userId="f18bd86c1b9e4fc5" providerId="LiveId" clId="{00C4529C-C183-4EC1-A348-06FB0461B874}"/>
    <pc:docChg chg="undo custSel modSld">
      <pc:chgData name="Yuga Hanyu" userId="f18bd86c1b9e4fc5" providerId="LiveId" clId="{00C4529C-C183-4EC1-A348-06FB0461B874}" dt="2025-07-28T01:43:32.036" v="910" actId="20577"/>
      <pc:docMkLst>
        <pc:docMk/>
      </pc:docMkLst>
      <pc:sldChg chg="addSp delSp modSp mod">
        <pc:chgData name="Yuga Hanyu" userId="f18bd86c1b9e4fc5" providerId="LiveId" clId="{00C4529C-C183-4EC1-A348-06FB0461B874}" dt="2025-07-28T01:43:32.036" v="910" actId="20577"/>
        <pc:sldMkLst>
          <pc:docMk/>
          <pc:sldMk cId="0" sldId="256"/>
        </pc:sldMkLst>
        <pc:spChg chg="mod">
          <ac:chgData name="Yuga Hanyu" userId="f18bd86c1b9e4fc5" providerId="LiveId" clId="{00C4529C-C183-4EC1-A348-06FB0461B874}" dt="2025-07-27T23:23:45.535" v="12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Yuga Hanyu" userId="f18bd86c1b9e4fc5" providerId="LiveId" clId="{00C4529C-C183-4EC1-A348-06FB0461B874}" dt="2025-07-28T00:41:57.017" v="563" actId="20577"/>
          <ac:spMkLst>
            <pc:docMk/>
            <pc:sldMk cId="0" sldId="256"/>
            <ac:spMk id="13" creationId="{00000000-0000-0000-0000-000000000000}"/>
          </ac:spMkLst>
        </pc:spChg>
        <pc:spChg chg="del">
          <ac:chgData name="Yuga Hanyu" userId="f18bd86c1b9e4fc5" providerId="LiveId" clId="{00C4529C-C183-4EC1-A348-06FB0461B874}" dt="2025-07-28T00:42:11.809" v="565" actId="478"/>
          <ac:spMkLst>
            <pc:docMk/>
            <pc:sldMk cId="0" sldId="256"/>
            <ac:spMk id="14" creationId="{00000000-0000-0000-0000-000000000000}"/>
          </ac:spMkLst>
        </pc:spChg>
        <pc:spChg chg="mod">
          <ac:chgData name="Yuga Hanyu" userId="f18bd86c1b9e4fc5" providerId="LiveId" clId="{00C4529C-C183-4EC1-A348-06FB0461B874}" dt="2025-07-28T00:20:59.889" v="275" actId="107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Yuga Hanyu" userId="f18bd86c1b9e4fc5" providerId="LiveId" clId="{00C4529C-C183-4EC1-A348-06FB0461B874}" dt="2025-07-28T00:46:58.780" v="607" actId="107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Yuga Hanyu" userId="f18bd86c1b9e4fc5" providerId="LiveId" clId="{00C4529C-C183-4EC1-A348-06FB0461B874}" dt="2025-07-28T00:58:44.089" v="719" actId="20577"/>
          <ac:spMkLst>
            <pc:docMk/>
            <pc:sldMk cId="0" sldId="256"/>
            <ac:spMk id="17" creationId="{00000000-0000-0000-0000-000000000000}"/>
          </ac:spMkLst>
        </pc:spChg>
        <pc:spChg chg="mod">
          <ac:chgData name="Yuga Hanyu" userId="f18bd86c1b9e4fc5" providerId="LiveId" clId="{00C4529C-C183-4EC1-A348-06FB0461B874}" dt="2025-07-28T00:57:15.457" v="708" actId="122"/>
          <ac:spMkLst>
            <pc:docMk/>
            <pc:sldMk cId="0" sldId="256"/>
            <ac:spMk id="19" creationId="{00000000-0000-0000-0000-000000000000}"/>
          </ac:spMkLst>
        </pc:spChg>
        <pc:spChg chg="mod">
          <ac:chgData name="Yuga Hanyu" userId="f18bd86c1b9e4fc5" providerId="LiveId" clId="{00C4529C-C183-4EC1-A348-06FB0461B874}" dt="2025-07-28T00:58:36.200" v="717" actId="20577"/>
          <ac:spMkLst>
            <pc:docMk/>
            <pc:sldMk cId="0" sldId="256"/>
            <ac:spMk id="20" creationId="{00000000-0000-0000-0000-000000000000}"/>
          </ac:spMkLst>
        </pc:spChg>
        <pc:spChg chg="mod">
          <ac:chgData name="Yuga Hanyu" userId="f18bd86c1b9e4fc5" providerId="LiveId" clId="{00C4529C-C183-4EC1-A348-06FB0461B874}" dt="2025-07-28T01:00:04.146" v="728" actId="20577"/>
          <ac:spMkLst>
            <pc:docMk/>
            <pc:sldMk cId="0" sldId="256"/>
            <ac:spMk id="21" creationId="{00000000-0000-0000-0000-000000000000}"/>
          </ac:spMkLst>
        </pc:spChg>
        <pc:spChg chg="mod">
          <ac:chgData name="Yuga Hanyu" userId="f18bd86c1b9e4fc5" providerId="LiveId" clId="{00C4529C-C183-4EC1-A348-06FB0461B874}" dt="2025-07-28T01:02:11.595" v="740" actId="1076"/>
          <ac:spMkLst>
            <pc:docMk/>
            <pc:sldMk cId="0" sldId="256"/>
            <ac:spMk id="22" creationId="{00000000-0000-0000-0000-000000000000}"/>
          </ac:spMkLst>
        </pc:spChg>
        <pc:spChg chg="mod">
          <ac:chgData name="Yuga Hanyu" userId="f18bd86c1b9e4fc5" providerId="LiveId" clId="{00C4529C-C183-4EC1-A348-06FB0461B874}" dt="2025-07-28T01:03:23.469" v="750" actId="20577"/>
          <ac:spMkLst>
            <pc:docMk/>
            <pc:sldMk cId="0" sldId="256"/>
            <ac:spMk id="23" creationId="{00000000-0000-0000-0000-000000000000}"/>
          </ac:spMkLst>
        </pc:spChg>
        <pc:spChg chg="mod">
          <ac:chgData name="Yuga Hanyu" userId="f18bd86c1b9e4fc5" providerId="LiveId" clId="{00C4529C-C183-4EC1-A348-06FB0461B874}" dt="2025-07-28T01:02:36.464" v="743" actId="1076"/>
          <ac:spMkLst>
            <pc:docMk/>
            <pc:sldMk cId="0" sldId="256"/>
            <ac:spMk id="24" creationId="{00000000-0000-0000-0000-000000000000}"/>
          </ac:spMkLst>
        </pc:spChg>
        <pc:spChg chg="mod">
          <ac:chgData name="Yuga Hanyu" userId="f18bd86c1b9e4fc5" providerId="LiveId" clId="{00C4529C-C183-4EC1-A348-06FB0461B874}" dt="2025-07-27T23:11:04.112" v="0"/>
          <ac:spMkLst>
            <pc:docMk/>
            <pc:sldMk cId="0" sldId="256"/>
            <ac:spMk id="30" creationId="{00000000-0000-0000-0000-000000000000}"/>
          </ac:spMkLst>
        </pc:spChg>
        <pc:spChg chg="add mod">
          <ac:chgData name="Yuga Hanyu" userId="f18bd86c1b9e4fc5" providerId="LiveId" clId="{00C4529C-C183-4EC1-A348-06FB0461B874}" dt="2025-07-28T00:37:57.082" v="472" actId="1076"/>
          <ac:spMkLst>
            <pc:docMk/>
            <pc:sldMk cId="0" sldId="256"/>
            <ac:spMk id="32" creationId="{B841BEAA-6092-438A-895B-AAD7321FC7D6}"/>
          </ac:spMkLst>
        </pc:spChg>
        <pc:spChg chg="del">
          <ac:chgData name="Yuga Hanyu" userId="f18bd86c1b9e4fc5" providerId="LiveId" clId="{00C4529C-C183-4EC1-A348-06FB0461B874}" dt="2025-07-28T00:42:07.123" v="564" actId="478"/>
          <ac:spMkLst>
            <pc:docMk/>
            <pc:sldMk cId="0" sldId="256"/>
            <ac:spMk id="41" creationId="{00000000-0000-0000-0000-000000000000}"/>
          </ac:spMkLst>
        </pc:spChg>
        <pc:spChg chg="add del mod">
          <ac:chgData name="Yuga Hanyu" userId="f18bd86c1b9e4fc5" providerId="LiveId" clId="{00C4529C-C183-4EC1-A348-06FB0461B874}" dt="2025-07-28T00:34:19.967" v="371"/>
          <ac:spMkLst>
            <pc:docMk/>
            <pc:sldMk cId="0" sldId="256"/>
            <ac:spMk id="42" creationId="{7EBECAD6-9463-977C-7FD4-DC2F349D955B}"/>
          </ac:spMkLst>
        </pc:spChg>
        <pc:spChg chg="add mod">
          <ac:chgData name="Yuga Hanyu" userId="f18bd86c1b9e4fc5" providerId="LiveId" clId="{00C4529C-C183-4EC1-A348-06FB0461B874}" dt="2025-07-28T00:37:53.942" v="471" actId="1076"/>
          <ac:spMkLst>
            <pc:docMk/>
            <pc:sldMk cId="0" sldId="256"/>
            <ac:spMk id="44" creationId="{4BC2DFCA-4724-9EB7-691B-BCFDF0304974}"/>
          </ac:spMkLst>
        </pc:spChg>
        <pc:spChg chg="add mod">
          <ac:chgData name="Yuga Hanyu" userId="f18bd86c1b9e4fc5" providerId="LiveId" clId="{00C4529C-C183-4EC1-A348-06FB0461B874}" dt="2025-07-28T00:38:05.172" v="473" actId="1076"/>
          <ac:spMkLst>
            <pc:docMk/>
            <pc:sldMk cId="0" sldId="256"/>
            <ac:spMk id="45" creationId="{48488E01-1B9A-D376-3B49-D839FBDBB203}"/>
          </ac:spMkLst>
        </pc:spChg>
        <pc:spChg chg="add mod">
          <ac:chgData name="Yuga Hanyu" userId="f18bd86c1b9e4fc5" providerId="LiveId" clId="{00C4529C-C183-4EC1-A348-06FB0461B874}" dt="2025-07-28T00:39:17.372" v="493" actId="1076"/>
          <ac:spMkLst>
            <pc:docMk/>
            <pc:sldMk cId="0" sldId="256"/>
            <ac:spMk id="51" creationId="{AF756A26-2F1B-8FE5-2784-DE069CABAD52}"/>
          </ac:spMkLst>
        </pc:spChg>
        <pc:spChg chg="add mod">
          <ac:chgData name="Yuga Hanyu" userId="f18bd86c1b9e4fc5" providerId="LiveId" clId="{00C4529C-C183-4EC1-A348-06FB0461B874}" dt="2025-07-28T00:40:12.748" v="527" actId="1076"/>
          <ac:spMkLst>
            <pc:docMk/>
            <pc:sldMk cId="0" sldId="256"/>
            <ac:spMk id="54" creationId="{B162DAEE-5A31-4899-E76D-7BA36D5A41C7}"/>
          </ac:spMkLst>
        </pc:spChg>
        <pc:spChg chg="add mod">
          <ac:chgData name="Yuga Hanyu" userId="f18bd86c1b9e4fc5" providerId="LiveId" clId="{00C4529C-C183-4EC1-A348-06FB0461B874}" dt="2025-07-28T00:40:03.437" v="526" actId="20577"/>
          <ac:spMkLst>
            <pc:docMk/>
            <pc:sldMk cId="0" sldId="256"/>
            <ac:spMk id="55" creationId="{08D15BAA-AF89-C1AC-77C4-FB53E5498583}"/>
          </ac:spMkLst>
        </pc:spChg>
        <pc:spChg chg="add del mod">
          <ac:chgData name="Yuga Hanyu" userId="f18bd86c1b9e4fc5" providerId="LiveId" clId="{00C4529C-C183-4EC1-A348-06FB0461B874}" dt="2025-07-28T00:51:35.768" v="629" actId="478"/>
          <ac:spMkLst>
            <pc:docMk/>
            <pc:sldMk cId="0" sldId="256"/>
            <ac:spMk id="56" creationId="{E0A49891-DBFB-44F4-C42D-067928E6A9C8}"/>
          </ac:spMkLst>
        </pc:spChg>
        <pc:spChg chg="add mod">
          <ac:chgData name="Yuga Hanyu" userId="f18bd86c1b9e4fc5" providerId="LiveId" clId="{00C4529C-C183-4EC1-A348-06FB0461B874}" dt="2025-07-28T00:51:55.701" v="634" actId="1076"/>
          <ac:spMkLst>
            <pc:docMk/>
            <pc:sldMk cId="0" sldId="256"/>
            <ac:spMk id="57" creationId="{497A6AD5-E0C2-B239-F326-CA40D175422B}"/>
          </ac:spMkLst>
        </pc:spChg>
        <pc:spChg chg="add mod">
          <ac:chgData name="Yuga Hanyu" userId="f18bd86c1b9e4fc5" providerId="LiveId" clId="{00C4529C-C183-4EC1-A348-06FB0461B874}" dt="2025-07-28T00:52:21.147" v="639" actId="14100"/>
          <ac:spMkLst>
            <pc:docMk/>
            <pc:sldMk cId="0" sldId="256"/>
            <ac:spMk id="58" creationId="{8B85CE1B-1785-6769-0565-A37F20091462}"/>
          </ac:spMkLst>
        </pc:spChg>
        <pc:spChg chg="add mod">
          <ac:chgData name="Yuga Hanyu" userId="f18bd86c1b9e4fc5" providerId="LiveId" clId="{00C4529C-C183-4EC1-A348-06FB0461B874}" dt="2025-07-28T00:52:59.935" v="643" actId="14100"/>
          <ac:spMkLst>
            <pc:docMk/>
            <pc:sldMk cId="0" sldId="256"/>
            <ac:spMk id="59" creationId="{F739C14E-B5E4-A85A-673B-76190E75B999}"/>
          </ac:spMkLst>
        </pc:spChg>
        <pc:spChg chg="add del mod">
          <ac:chgData name="Yuga Hanyu" userId="f18bd86c1b9e4fc5" providerId="LiveId" clId="{00C4529C-C183-4EC1-A348-06FB0461B874}" dt="2025-07-28T00:53:07.493" v="645" actId="478"/>
          <ac:spMkLst>
            <pc:docMk/>
            <pc:sldMk cId="0" sldId="256"/>
            <ac:spMk id="60" creationId="{61C691FB-F608-2308-EA83-12B5D79A2140}"/>
          </ac:spMkLst>
        </pc:spChg>
        <pc:spChg chg="add mod">
          <ac:chgData name="Yuga Hanyu" userId="f18bd86c1b9e4fc5" providerId="LiveId" clId="{00C4529C-C183-4EC1-A348-06FB0461B874}" dt="2025-07-28T00:53:23.865" v="648" actId="14100"/>
          <ac:spMkLst>
            <pc:docMk/>
            <pc:sldMk cId="0" sldId="256"/>
            <ac:spMk id="61" creationId="{F8A2B126-7A93-756E-AF1F-45F51EF02E06}"/>
          </ac:spMkLst>
        </pc:spChg>
        <pc:spChg chg="add mod">
          <ac:chgData name="Yuga Hanyu" userId="f18bd86c1b9e4fc5" providerId="LiveId" clId="{00C4529C-C183-4EC1-A348-06FB0461B874}" dt="2025-07-28T00:54:50.250" v="662" actId="688"/>
          <ac:spMkLst>
            <pc:docMk/>
            <pc:sldMk cId="0" sldId="256"/>
            <ac:spMk id="62" creationId="{CDD0FB62-B3D4-B981-1245-18FDC97758FA}"/>
          </ac:spMkLst>
        </pc:spChg>
        <pc:spChg chg="mod">
          <ac:chgData name="Yuga Hanyu" userId="f18bd86c1b9e4fc5" providerId="LiveId" clId="{00C4529C-C183-4EC1-A348-06FB0461B874}" dt="2025-07-28T00:57:46.067" v="709" actId="20577"/>
          <ac:spMkLst>
            <pc:docMk/>
            <pc:sldMk cId="0" sldId="256"/>
            <ac:spMk id="88" creationId="{00000000-0000-0000-0000-000000000000}"/>
          </ac:spMkLst>
        </pc:spChg>
        <pc:spChg chg="mod">
          <ac:chgData name="Yuga Hanyu" userId="f18bd86c1b9e4fc5" providerId="LiveId" clId="{00C4529C-C183-4EC1-A348-06FB0461B874}" dt="2025-07-28T00:40:42.256" v="558" actId="20577"/>
          <ac:spMkLst>
            <pc:docMk/>
            <pc:sldMk cId="0" sldId="256"/>
            <ac:spMk id="89" creationId="{00000000-0000-0000-0000-000000000000}"/>
          </ac:spMkLst>
        </pc:spChg>
        <pc:spChg chg="mod">
          <ac:chgData name="Yuga Hanyu" userId="f18bd86c1b9e4fc5" providerId="LiveId" clId="{00C4529C-C183-4EC1-A348-06FB0461B874}" dt="2025-07-28T01:00:53.674" v="729" actId="20577"/>
          <ac:spMkLst>
            <pc:docMk/>
            <pc:sldMk cId="0" sldId="256"/>
            <ac:spMk id="90" creationId="{00000000-0000-0000-0000-000000000000}"/>
          </ac:spMkLst>
        </pc:spChg>
        <pc:spChg chg="mod">
          <ac:chgData name="Yuga Hanyu" userId="f18bd86c1b9e4fc5" providerId="LiveId" clId="{00C4529C-C183-4EC1-A348-06FB0461B874}" dt="2025-07-28T00:20:44.174" v="273" actId="20577"/>
          <ac:spMkLst>
            <pc:docMk/>
            <pc:sldMk cId="0" sldId="256"/>
            <ac:spMk id="91" creationId="{00000000-0000-0000-0000-000000000000}"/>
          </ac:spMkLst>
        </pc:spChg>
        <pc:spChg chg="mod">
          <ac:chgData name="Yuga Hanyu" userId="f18bd86c1b9e4fc5" providerId="LiveId" clId="{00C4529C-C183-4EC1-A348-06FB0461B874}" dt="2025-07-28T00:59:09.769" v="720" actId="20577"/>
          <ac:spMkLst>
            <pc:docMk/>
            <pc:sldMk cId="0" sldId="256"/>
            <ac:spMk id="100" creationId="{00000000-0000-0000-0000-000000000000}"/>
          </ac:spMkLst>
        </pc:spChg>
        <pc:spChg chg="mod">
          <ac:chgData name="Yuga Hanyu" userId="f18bd86c1b9e4fc5" providerId="LiveId" clId="{00C4529C-C183-4EC1-A348-06FB0461B874}" dt="2025-07-28T00:44:37.162" v="596" actId="20577"/>
          <ac:spMkLst>
            <pc:docMk/>
            <pc:sldMk cId="0" sldId="256"/>
            <ac:spMk id="138" creationId="{00000000-0000-0000-0000-000000000000}"/>
          </ac:spMkLst>
        </pc:spChg>
        <pc:spChg chg="del">
          <ac:chgData name="Yuga Hanyu" userId="f18bd86c1b9e4fc5" providerId="LiveId" clId="{00C4529C-C183-4EC1-A348-06FB0461B874}" dt="2025-07-27T23:13:17.359" v="10" actId="478"/>
          <ac:spMkLst>
            <pc:docMk/>
            <pc:sldMk cId="0" sldId="256"/>
            <ac:spMk id="140" creationId="{00000000-0000-0000-0000-000000000000}"/>
          </ac:spMkLst>
        </pc:spChg>
        <pc:spChg chg="del">
          <ac:chgData name="Yuga Hanyu" userId="f18bd86c1b9e4fc5" providerId="LiveId" clId="{00C4529C-C183-4EC1-A348-06FB0461B874}" dt="2025-07-28T00:41:03.342" v="559" actId="478"/>
          <ac:spMkLst>
            <pc:docMk/>
            <pc:sldMk cId="0" sldId="256"/>
            <ac:spMk id="141" creationId="{00000000-0000-0000-0000-000000000000}"/>
          </ac:spMkLst>
        </pc:spChg>
        <pc:spChg chg="del">
          <ac:chgData name="Yuga Hanyu" userId="f18bd86c1b9e4fc5" providerId="LiveId" clId="{00C4529C-C183-4EC1-A348-06FB0461B874}" dt="2025-07-28T00:57:53.862" v="710" actId="478"/>
          <ac:spMkLst>
            <pc:docMk/>
            <pc:sldMk cId="0" sldId="256"/>
            <ac:spMk id="145" creationId="{00000000-0000-0000-0000-000000000000}"/>
          </ac:spMkLst>
        </pc:spChg>
        <pc:spChg chg="del">
          <ac:chgData name="Yuga Hanyu" userId="f18bd86c1b9e4fc5" providerId="LiveId" clId="{00C4529C-C183-4EC1-A348-06FB0461B874}" dt="2025-07-28T00:59:17.095" v="721" actId="478"/>
          <ac:spMkLst>
            <pc:docMk/>
            <pc:sldMk cId="0" sldId="256"/>
            <ac:spMk id="146" creationId="{00000000-0000-0000-0000-000000000000}"/>
          </ac:spMkLst>
        </pc:spChg>
        <pc:spChg chg="del">
          <ac:chgData name="Yuga Hanyu" userId="f18bd86c1b9e4fc5" providerId="LiveId" clId="{00C4529C-C183-4EC1-A348-06FB0461B874}" dt="2025-07-28T01:01:01.161" v="730" actId="478"/>
          <ac:spMkLst>
            <pc:docMk/>
            <pc:sldMk cId="0" sldId="256"/>
            <ac:spMk id="148" creationId="{00000000-0000-0000-0000-000000000000}"/>
          </ac:spMkLst>
        </pc:spChg>
        <pc:spChg chg="del">
          <ac:chgData name="Yuga Hanyu" userId="f18bd86c1b9e4fc5" providerId="LiveId" clId="{00C4529C-C183-4EC1-A348-06FB0461B874}" dt="2025-07-28T01:01:07.644" v="731" actId="478"/>
          <ac:spMkLst>
            <pc:docMk/>
            <pc:sldMk cId="0" sldId="256"/>
            <ac:spMk id="165" creationId="{00000000-0000-0000-0000-000000000000}"/>
          </ac:spMkLst>
        </pc:spChg>
        <pc:spChg chg="mod">
          <ac:chgData name="Yuga Hanyu" userId="f18bd86c1b9e4fc5" providerId="LiveId" clId="{00C4529C-C183-4EC1-A348-06FB0461B874}" dt="2025-07-28T00:51:02.338" v="625" actId="1076"/>
          <ac:spMkLst>
            <pc:docMk/>
            <pc:sldMk cId="0" sldId="256"/>
            <ac:spMk id="172" creationId="{00000000-0000-0000-0000-000000000000}"/>
          </ac:spMkLst>
        </pc:spChg>
        <pc:spChg chg="mod">
          <ac:chgData name="Yuga Hanyu" userId="f18bd86c1b9e4fc5" providerId="LiveId" clId="{00C4529C-C183-4EC1-A348-06FB0461B874}" dt="2025-07-28T00:51:02.338" v="625" actId="1076"/>
          <ac:spMkLst>
            <pc:docMk/>
            <pc:sldMk cId="0" sldId="256"/>
            <ac:spMk id="174" creationId="{00000000-0000-0000-0000-000000000000}"/>
          </ac:spMkLst>
        </pc:spChg>
        <pc:spChg chg="mod">
          <ac:chgData name="Yuga Hanyu" userId="f18bd86c1b9e4fc5" providerId="LiveId" clId="{00C4529C-C183-4EC1-A348-06FB0461B874}" dt="2025-07-28T00:51:02.338" v="625" actId="1076"/>
          <ac:spMkLst>
            <pc:docMk/>
            <pc:sldMk cId="0" sldId="256"/>
            <ac:spMk id="175" creationId="{00000000-0000-0000-0000-000000000000}"/>
          </ac:spMkLst>
        </pc:spChg>
        <pc:spChg chg="del mod">
          <ac:chgData name="Yuga Hanyu" userId="f18bd86c1b9e4fc5" providerId="LiveId" clId="{00C4529C-C183-4EC1-A348-06FB0461B874}" dt="2025-07-28T00:50:10.775" v="622" actId="478"/>
          <ac:spMkLst>
            <pc:docMk/>
            <pc:sldMk cId="0" sldId="256"/>
            <ac:spMk id="181" creationId="{00000000-0000-0000-0000-000000000000}"/>
          </ac:spMkLst>
        </pc:spChg>
        <pc:spChg chg="del">
          <ac:chgData name="Yuga Hanyu" userId="f18bd86c1b9e4fc5" providerId="LiveId" clId="{00C4529C-C183-4EC1-A348-06FB0461B874}" dt="2025-07-28T00:50:06.760" v="621" actId="478"/>
          <ac:spMkLst>
            <pc:docMk/>
            <pc:sldMk cId="0" sldId="256"/>
            <ac:spMk id="182" creationId="{00000000-0000-0000-0000-000000000000}"/>
          </ac:spMkLst>
        </pc:spChg>
        <pc:spChg chg="mod">
          <ac:chgData name="Yuga Hanyu" userId="f18bd86c1b9e4fc5" providerId="LiveId" clId="{00C4529C-C183-4EC1-A348-06FB0461B874}" dt="2025-07-28T00:51:09.305" v="626" actId="1076"/>
          <ac:spMkLst>
            <pc:docMk/>
            <pc:sldMk cId="0" sldId="256"/>
            <ac:spMk id="184" creationId="{00000000-0000-0000-0000-000000000000}"/>
          </ac:spMkLst>
        </pc:spChg>
        <pc:spChg chg="del">
          <ac:chgData name="Yuga Hanyu" userId="f18bd86c1b9e4fc5" providerId="LiveId" clId="{00C4529C-C183-4EC1-A348-06FB0461B874}" dt="2025-07-28T00:45:36.350" v="597" actId="478"/>
          <ac:spMkLst>
            <pc:docMk/>
            <pc:sldMk cId="0" sldId="256"/>
            <ac:spMk id="190" creationId="{00000000-0000-0000-0000-000000000000}"/>
          </ac:spMkLst>
        </pc:spChg>
        <pc:spChg chg="mod">
          <ac:chgData name="Yuga Hanyu" userId="f18bd86c1b9e4fc5" providerId="LiveId" clId="{00C4529C-C183-4EC1-A348-06FB0461B874}" dt="2025-07-28T00:49:41.864" v="617" actId="1076"/>
          <ac:spMkLst>
            <pc:docMk/>
            <pc:sldMk cId="0" sldId="256"/>
            <ac:spMk id="191" creationId="{00000000-0000-0000-0000-000000000000}"/>
          </ac:spMkLst>
        </pc:spChg>
        <pc:spChg chg="del">
          <ac:chgData name="Yuga Hanyu" userId="f18bd86c1b9e4fc5" providerId="LiveId" clId="{00C4529C-C183-4EC1-A348-06FB0461B874}" dt="2025-07-28T00:50:00.559" v="619" actId="478"/>
          <ac:spMkLst>
            <pc:docMk/>
            <pc:sldMk cId="0" sldId="256"/>
            <ac:spMk id="193" creationId="{00000000-0000-0000-0000-000000000000}"/>
          </ac:spMkLst>
        </pc:spChg>
        <pc:spChg chg="del">
          <ac:chgData name="Yuga Hanyu" userId="f18bd86c1b9e4fc5" providerId="LiveId" clId="{00C4529C-C183-4EC1-A348-06FB0461B874}" dt="2025-07-28T00:49:56.439" v="618" actId="478"/>
          <ac:spMkLst>
            <pc:docMk/>
            <pc:sldMk cId="0" sldId="256"/>
            <ac:spMk id="194" creationId="{00000000-0000-0000-0000-000000000000}"/>
          </ac:spMkLst>
        </pc:spChg>
        <pc:spChg chg="mod">
          <ac:chgData name="Yuga Hanyu" userId="f18bd86c1b9e4fc5" providerId="LiveId" clId="{00C4529C-C183-4EC1-A348-06FB0461B874}" dt="2025-07-28T00:49:32.850" v="614" actId="1076"/>
          <ac:spMkLst>
            <pc:docMk/>
            <pc:sldMk cId="0" sldId="256"/>
            <ac:spMk id="195" creationId="{00000000-0000-0000-0000-000000000000}"/>
          </ac:spMkLst>
        </pc:spChg>
        <pc:spChg chg="mod">
          <ac:chgData name="Yuga Hanyu" userId="f18bd86c1b9e4fc5" providerId="LiveId" clId="{00C4529C-C183-4EC1-A348-06FB0461B874}" dt="2025-07-28T00:47:52.186" v="613" actId="1076"/>
          <ac:spMkLst>
            <pc:docMk/>
            <pc:sldMk cId="0" sldId="256"/>
            <ac:spMk id="196" creationId="{00000000-0000-0000-0000-000000000000}"/>
          </ac:spMkLst>
        </pc:spChg>
        <pc:spChg chg="mod">
          <ac:chgData name="Yuga Hanyu" userId="f18bd86c1b9e4fc5" providerId="LiveId" clId="{00C4529C-C183-4EC1-A348-06FB0461B874}" dt="2025-07-28T00:50:22.600" v="624" actId="14100"/>
          <ac:spMkLst>
            <pc:docMk/>
            <pc:sldMk cId="0" sldId="256"/>
            <ac:spMk id="197" creationId="{00000000-0000-0000-0000-000000000000}"/>
          </ac:spMkLst>
        </pc:spChg>
        <pc:spChg chg="mod">
          <ac:chgData name="Yuga Hanyu" userId="f18bd86c1b9e4fc5" providerId="LiveId" clId="{00C4529C-C183-4EC1-A348-06FB0461B874}" dt="2025-07-28T00:20:49.422" v="274" actId="20577"/>
          <ac:spMkLst>
            <pc:docMk/>
            <pc:sldMk cId="0" sldId="256"/>
            <ac:spMk id="201" creationId="{00000000-0000-0000-0000-000000000000}"/>
          </ac:spMkLst>
        </pc:spChg>
        <pc:spChg chg="del">
          <ac:chgData name="Yuga Hanyu" userId="f18bd86c1b9e4fc5" providerId="LiveId" clId="{00C4529C-C183-4EC1-A348-06FB0461B874}" dt="2025-07-28T00:50:03.058" v="620" actId="478"/>
          <ac:spMkLst>
            <pc:docMk/>
            <pc:sldMk cId="0" sldId="256"/>
            <ac:spMk id="206" creationId="{00000000-0000-0000-0000-000000000000}"/>
          </ac:spMkLst>
        </pc:spChg>
        <pc:spChg chg="del mod">
          <ac:chgData name="Yuga Hanyu" userId="f18bd86c1b9e4fc5" providerId="LiveId" clId="{00C4529C-C183-4EC1-A348-06FB0461B874}" dt="2025-07-28T00:46:22.039" v="602" actId="478"/>
          <ac:spMkLst>
            <pc:docMk/>
            <pc:sldMk cId="0" sldId="256"/>
            <ac:spMk id="207" creationId="{00000000-0000-0000-0000-000000000000}"/>
          </ac:spMkLst>
        </pc:spChg>
        <pc:spChg chg="del">
          <ac:chgData name="Yuga Hanyu" userId="f18bd86c1b9e4fc5" providerId="LiveId" clId="{00C4529C-C183-4EC1-A348-06FB0461B874}" dt="2025-07-28T00:20:14.742" v="248" actId="478"/>
          <ac:spMkLst>
            <pc:docMk/>
            <pc:sldMk cId="0" sldId="256"/>
            <ac:spMk id="210" creationId="{00000000-0000-0000-0000-000000000000}"/>
          </ac:spMkLst>
        </pc:spChg>
        <pc:grpChg chg="mod">
          <ac:chgData name="Yuga Hanyu" userId="f18bd86c1b9e4fc5" providerId="LiveId" clId="{00C4529C-C183-4EC1-A348-06FB0461B874}" dt="2025-07-28T00:58:25.547" v="715" actId="1076"/>
          <ac:grpSpMkLst>
            <pc:docMk/>
            <pc:sldMk cId="0" sldId="256"/>
            <ac:grpSpMk id="4" creationId="{00000000-0000-0000-0000-000000000000}"/>
          </ac:grpSpMkLst>
        </pc:grpChg>
        <pc:graphicFrameChg chg="add del mod modGraphic">
          <ac:chgData name="Yuga Hanyu" userId="f18bd86c1b9e4fc5" providerId="LiveId" clId="{00C4529C-C183-4EC1-A348-06FB0461B874}" dt="2025-07-28T00:10:39.793" v="66" actId="478"/>
          <ac:graphicFrameMkLst>
            <pc:docMk/>
            <pc:sldMk cId="0" sldId="256"/>
            <ac:graphicFrameMk id="25" creationId="{1523A419-7F1E-8A94-2D7E-FBC8F2816E17}"/>
          </ac:graphicFrameMkLst>
        </pc:graphicFrameChg>
        <pc:graphicFrameChg chg="add mod">
          <ac:chgData name="Yuga Hanyu" userId="f18bd86c1b9e4fc5" providerId="LiveId" clId="{00C4529C-C183-4EC1-A348-06FB0461B874}" dt="2025-07-28T00:07:50.548" v="54"/>
          <ac:graphicFrameMkLst>
            <pc:docMk/>
            <pc:sldMk cId="0" sldId="256"/>
            <ac:graphicFrameMk id="26" creationId="{5750F2E2-F82E-93EB-8EE4-676B08B62BB5}"/>
          </ac:graphicFrameMkLst>
        </pc:graphicFrameChg>
        <pc:graphicFrameChg chg="add mod">
          <ac:chgData name="Yuga Hanyu" userId="f18bd86c1b9e4fc5" providerId="LiveId" clId="{00C4529C-C183-4EC1-A348-06FB0461B874}" dt="2025-07-28T00:08:03.373" v="57"/>
          <ac:graphicFrameMkLst>
            <pc:docMk/>
            <pc:sldMk cId="0" sldId="256"/>
            <ac:graphicFrameMk id="27" creationId="{19D4A8F7-0306-5CE5-ED46-4A7C9C5DCB36}"/>
          </ac:graphicFrameMkLst>
        </pc:graphicFrameChg>
        <pc:graphicFrameChg chg="add del mod">
          <ac:chgData name="Yuga Hanyu" userId="f18bd86c1b9e4fc5" providerId="LiveId" clId="{00C4529C-C183-4EC1-A348-06FB0461B874}" dt="2025-07-28T00:08:28.039" v="60" actId="478"/>
          <ac:graphicFrameMkLst>
            <pc:docMk/>
            <pc:sldMk cId="0" sldId="256"/>
            <ac:graphicFrameMk id="28" creationId="{F4B9925F-66E1-3ECF-17A7-FCDAF574CAEC}"/>
          </ac:graphicFrameMkLst>
        </pc:graphicFrameChg>
        <pc:graphicFrameChg chg="add del mod modGraphic">
          <ac:chgData name="Yuga Hanyu" userId="f18bd86c1b9e4fc5" providerId="LiveId" clId="{00C4529C-C183-4EC1-A348-06FB0461B874}" dt="2025-07-28T01:43:32.036" v="910" actId="20577"/>
          <ac:graphicFrameMkLst>
            <pc:docMk/>
            <pc:sldMk cId="0" sldId="256"/>
            <ac:graphicFrameMk id="31" creationId="{DCE9D4D3-8CAD-F11C-A14A-DC3196CA15B2}"/>
          </ac:graphicFrameMkLst>
        </pc:graphicFrameChg>
        <pc:graphicFrameChg chg="add mod modGraphic">
          <ac:chgData name="Yuga Hanyu" userId="f18bd86c1b9e4fc5" providerId="LiveId" clId="{00C4529C-C183-4EC1-A348-06FB0461B874}" dt="2025-07-28T00:32:58.007" v="361" actId="1076"/>
          <ac:graphicFrameMkLst>
            <pc:docMk/>
            <pc:sldMk cId="0" sldId="256"/>
            <ac:graphicFrameMk id="35" creationId="{A3CA4AA2-1ECF-6E32-CA60-226B72812C0A}"/>
          </ac:graphicFrameMkLst>
        </pc:graphicFrameChg>
        <pc:graphicFrameChg chg="add del mod">
          <ac:chgData name="Yuga Hanyu" userId="f18bd86c1b9e4fc5" providerId="LiveId" clId="{00C4529C-C183-4EC1-A348-06FB0461B874}" dt="2025-07-28T00:27:12.544" v="305" actId="478"/>
          <ac:graphicFrameMkLst>
            <pc:docMk/>
            <pc:sldMk cId="0" sldId="256"/>
            <ac:graphicFrameMk id="36" creationId="{AC2C03C8-A84B-83A0-7D16-5DD8F6B8090E}"/>
          </ac:graphicFrameMkLst>
        </pc:graphicFrameChg>
        <pc:picChg chg="mod">
          <ac:chgData name="Yuga Hanyu" userId="f18bd86c1b9e4fc5" providerId="LiveId" clId="{00C4529C-C183-4EC1-A348-06FB0461B874}" dt="2025-07-28T00:42:48.785" v="573" actId="1076"/>
          <ac:picMkLst>
            <pc:docMk/>
            <pc:sldMk cId="0" sldId="256"/>
            <ac:picMk id="40" creationId="{00000000-0000-0000-0000-000000000000}"/>
          </ac:picMkLst>
        </pc:picChg>
        <pc:picChg chg="add del mod">
          <ac:chgData name="Yuga Hanyu" userId="f18bd86c1b9e4fc5" providerId="LiveId" clId="{00C4529C-C183-4EC1-A348-06FB0461B874}" dt="2025-07-28T01:17:57.094" v="758" actId="1076"/>
          <ac:picMkLst>
            <pc:docMk/>
            <pc:sldMk cId="0" sldId="256"/>
            <ac:picMk id="63" creationId="{4DCD2A5E-CA06-733C-17A7-24E64C6C97FA}"/>
          </ac:picMkLst>
        </pc:picChg>
        <pc:picChg chg="mod">
          <ac:chgData name="Yuga Hanyu" userId="f18bd86c1b9e4fc5" providerId="LiveId" clId="{00C4529C-C183-4EC1-A348-06FB0461B874}" dt="2025-07-28T00:49:32.850" v="614" actId="1076"/>
          <ac:picMkLst>
            <pc:docMk/>
            <pc:sldMk cId="0" sldId="256"/>
            <ac:picMk id="168" creationId="{00000000-0000-0000-0000-000000000000}"/>
          </ac:picMkLst>
        </pc:picChg>
        <pc:picChg chg="mod">
          <ac:chgData name="Yuga Hanyu" userId="f18bd86c1b9e4fc5" providerId="LiveId" clId="{00C4529C-C183-4EC1-A348-06FB0461B874}" dt="2025-07-28T00:47:52.186" v="613" actId="1076"/>
          <ac:picMkLst>
            <pc:docMk/>
            <pc:sldMk cId="0" sldId="256"/>
            <ac:picMk id="187" creationId="{00000000-0000-0000-0000-000000000000}"/>
          </ac:picMkLst>
        </pc:picChg>
        <pc:picChg chg="mod">
          <ac:chgData name="Yuga Hanyu" userId="f18bd86c1b9e4fc5" providerId="LiveId" clId="{00C4529C-C183-4EC1-A348-06FB0461B874}" dt="2025-07-28T00:47:52.186" v="613" actId="1076"/>
          <ac:picMkLst>
            <pc:docMk/>
            <pc:sldMk cId="0" sldId="256"/>
            <ac:picMk id="188" creationId="{00000000-0000-0000-0000-000000000000}"/>
          </ac:picMkLst>
        </pc:picChg>
        <pc:picChg chg="mod">
          <ac:chgData name="Yuga Hanyu" userId="f18bd86c1b9e4fc5" providerId="LiveId" clId="{00C4529C-C183-4EC1-A348-06FB0461B874}" dt="2025-07-28T00:49:41.864" v="617" actId="1076"/>
          <ac:picMkLst>
            <pc:docMk/>
            <pc:sldMk cId="0" sldId="256"/>
            <ac:picMk id="189" creationId="{00000000-0000-0000-0000-000000000000}"/>
          </ac:picMkLst>
        </pc:picChg>
        <pc:cxnChg chg="add mod">
          <ac:chgData name="Yuga Hanyu" userId="f18bd86c1b9e4fc5" providerId="LiveId" clId="{00C4529C-C183-4EC1-A348-06FB0461B874}" dt="2025-07-28T00:33:01.160" v="362" actId="1076"/>
          <ac:cxnSpMkLst>
            <pc:docMk/>
            <pc:sldMk cId="0" sldId="256"/>
            <ac:cxnSpMk id="34" creationId="{C60CCE43-BDFC-B815-FA0E-41654FFCBA93}"/>
          </ac:cxnSpMkLst>
        </pc:cxnChg>
        <pc:cxnChg chg="add mod">
          <ac:chgData name="Yuga Hanyu" userId="f18bd86c1b9e4fc5" providerId="LiveId" clId="{00C4529C-C183-4EC1-A348-06FB0461B874}" dt="2025-07-28T00:33:35.762" v="364" actId="1076"/>
          <ac:cxnSpMkLst>
            <pc:docMk/>
            <pc:sldMk cId="0" sldId="256"/>
            <ac:cxnSpMk id="38" creationId="{3700617E-21D7-D5D3-A92D-2F5915E894A0}"/>
          </ac:cxnSpMkLst>
        </pc:cxnChg>
        <pc:cxnChg chg="add mod">
          <ac:chgData name="Yuga Hanyu" userId="f18bd86c1b9e4fc5" providerId="LiveId" clId="{00C4529C-C183-4EC1-A348-06FB0461B874}" dt="2025-07-28T00:39:37.961" v="512" actId="1076"/>
          <ac:cxnSpMkLst>
            <pc:docMk/>
            <pc:sldMk cId="0" sldId="256"/>
            <ac:cxnSpMk id="46" creationId="{873F59BA-3F39-7F5E-CBE6-62D53610E68E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8/25/25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735" y="1143000"/>
            <a:ext cx="213653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D037-563F-4428-AF98-BA94D1E94913}" type="datetimeFigureOut">
              <a:rPr lang="en-US" smtClean="0"/>
              <a:t>8/25/25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32143-2CA2-4590-84A5-E4B75B768B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D037-563F-4428-AF98-BA94D1E94913}" type="datetimeFigureOut">
              <a:rPr lang="en-US" smtClean="0"/>
              <a:t>8/25/25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32143-2CA2-4590-84A5-E4B75B768B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D037-563F-4428-AF98-BA94D1E94913}" type="datetimeFigureOut">
              <a:rPr lang="en-US" smtClean="0"/>
              <a:t>8/25/25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32143-2CA2-4590-84A5-E4B75B768B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D037-563F-4428-AF98-BA94D1E94913}" type="datetimeFigureOut">
              <a:rPr lang="en-US" smtClean="0"/>
              <a:t>8/25/25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32143-2CA2-4590-84A5-E4B75B768B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D037-563F-4428-AF98-BA94D1E94913}" type="datetimeFigureOut">
              <a:rPr lang="en-US" smtClean="0"/>
              <a:t>8/25/25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32143-2CA2-4590-84A5-E4B75B768B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D037-563F-4428-AF98-BA94D1E94913}" type="datetimeFigureOut">
              <a:rPr lang="en-US" smtClean="0"/>
              <a:t>8/25/25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32143-2CA2-4590-84A5-E4B75B768B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D037-563F-4428-AF98-BA94D1E94913}" type="datetimeFigureOut">
              <a:rPr lang="en-US" smtClean="0"/>
              <a:t>8/25/25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32143-2CA2-4590-84A5-E4B75B768B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D037-563F-4428-AF98-BA94D1E94913}" type="datetimeFigureOut">
              <a:rPr lang="en-US" smtClean="0"/>
              <a:t>8/25/25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32143-2CA2-4590-84A5-E4B75B768B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D037-563F-4428-AF98-BA94D1E94913}" type="datetimeFigureOut">
              <a:rPr lang="en-US" smtClean="0"/>
              <a:t>8/25/25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32143-2CA2-4590-84A5-E4B75B768B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D037-563F-4428-AF98-BA94D1E94913}" type="datetimeFigureOut">
              <a:rPr lang="en-US" smtClean="0"/>
              <a:t>8/25/25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32143-2CA2-4590-84A5-E4B75B768B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D037-563F-4428-AF98-BA94D1E94913}" type="datetimeFigureOut">
              <a:rPr lang="en-US" smtClean="0"/>
              <a:t>8/25/25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32143-2CA2-4590-84A5-E4B75B768B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25D037-563F-4428-AF98-BA94D1E94913}" type="datetimeFigureOut">
              <a:rPr lang="en-US" smtClean="0"/>
              <a:t>8/25/25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032143-2CA2-4590-84A5-E4B75B768B3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8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8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7.svg"/><Relationship Id="rId5" Type="http://schemas.openxmlformats.org/officeDocument/2006/relationships/hyperlink" Target="https://doi.org/10.1109/TCAD.2025.3597251" TargetMode="External"/><Relationship Id="rId10" Type="http://schemas.openxmlformats.org/officeDocument/2006/relationships/image" Target="../media/image6.png"/><Relationship Id="rId4" Type="http://schemas.openxmlformats.org/officeDocument/2006/relationships/hyperlink" Target="https://doi.org/10.1109/MCSoC64144.2024.00077" TargetMode="External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01" y="45029"/>
            <a:ext cx="650244" cy="674647"/>
          </a:xfrm>
          <a:prstGeom prst="rect">
            <a:avLst/>
          </a:prstGeom>
          <a:noFill/>
        </p:spPr>
      </p:pic>
      <p:sp>
        <p:nvSpPr>
          <p:cNvPr id="30" name="Rectangle 29"/>
          <p:cNvSpPr/>
          <p:nvPr/>
        </p:nvSpPr>
        <p:spPr>
          <a:xfrm>
            <a:off x="455502" y="71954"/>
            <a:ext cx="5846445" cy="688099"/>
          </a:xfrm>
          <a:prstGeom prst="rect">
            <a:avLst/>
          </a:prstGeom>
          <a:noFill/>
          <a:ln w="28575" cmpd="sng">
            <a:noFill/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0" rIns="91440" bIns="0" rtlCol="0" anchor="ctr"/>
          <a:lstStyle/>
          <a:p>
            <a:pPr indent="0" algn="ctr">
              <a:buFont typeface="Arial" panose="02080604020202020204" pitchFamily="34" charset="0"/>
              <a:buNone/>
            </a:pPr>
            <a:r>
              <a:rPr lang="ja-JP" altLang="en-US" sz="2400" b="1">
                <a:solidFill>
                  <a:schemeClr val="tx1"/>
                </a:solidFill>
                <a:latin typeface="东文宋体" charset="0"/>
                <a:cs typeface="东文宋体" charset="0"/>
              </a:rPr>
              <a:t>カーボンニュートラル</a:t>
            </a:r>
            <a:r>
              <a:rPr lang="en-US" altLang="ja-JP" sz="2400" b="1" dirty="0">
                <a:solidFill>
                  <a:schemeClr val="tx1"/>
                </a:solidFill>
                <a:latin typeface="东文宋体" charset="0"/>
                <a:cs typeface="东文宋体" charset="0"/>
              </a:rPr>
              <a:t>AI</a:t>
            </a:r>
            <a:r>
              <a:rPr lang="ja-JP" altLang="en-US" sz="2400" b="1">
                <a:solidFill>
                  <a:schemeClr val="tx1"/>
                </a:solidFill>
                <a:latin typeface="东文宋体" charset="0"/>
                <a:cs typeface="东文宋体" charset="0"/>
              </a:rPr>
              <a:t>システム</a:t>
            </a:r>
            <a:endParaRPr lang="vi-VN" altLang="ja-JP" sz="2400" b="1" dirty="0">
              <a:solidFill>
                <a:schemeClr val="tx1"/>
              </a:solidFill>
              <a:latin typeface="东文宋体" charset="0"/>
              <a:cs typeface="东文宋体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01600" y="838202"/>
            <a:ext cx="6663055" cy="2021471"/>
            <a:chOff x="229" y="1834"/>
            <a:chExt cx="5045" cy="1813"/>
          </a:xfrm>
        </p:grpSpPr>
        <p:sp>
          <p:nvSpPr>
            <p:cNvPr id="139" name="Rounded Rectangle 138"/>
            <p:cNvSpPr/>
            <p:nvPr/>
          </p:nvSpPr>
          <p:spPr>
            <a:xfrm>
              <a:off x="231" y="1864"/>
              <a:ext cx="5043" cy="1783"/>
            </a:xfrm>
            <a:prstGeom prst="roundRect">
              <a:avLst>
                <a:gd name="adj" fmla="val 3014"/>
              </a:avLst>
            </a:prstGeom>
            <a:noFill/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ounded Rectangle 90"/>
            <p:cNvSpPr/>
            <p:nvPr/>
          </p:nvSpPr>
          <p:spPr>
            <a:xfrm>
              <a:off x="229" y="1834"/>
              <a:ext cx="5045" cy="290"/>
            </a:xfrm>
            <a:prstGeom prst="roundRect">
              <a:avLst/>
            </a:prstGeom>
            <a:solidFill>
              <a:srgbClr val="00847E"/>
            </a:solidFill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/>
              <a:r>
                <a:rPr lang="en-US" sz="1200" b="1" dirty="0">
                  <a:solidFill>
                    <a:schemeClr val="bg1"/>
                  </a:solidFill>
                  <a:latin typeface="东文宋体" charset="0"/>
                  <a:cs typeface="东文宋体" charset="0"/>
                  <a:sym typeface="+mn-ea"/>
                </a:rPr>
                <a:t>AI</a:t>
              </a:r>
              <a:r>
                <a:rPr lang="ja-JP" altLang="en-US" sz="1200" b="1" dirty="0">
                  <a:solidFill>
                    <a:schemeClr val="bg1"/>
                  </a:solidFill>
                  <a:latin typeface="东文宋体" charset="0"/>
                  <a:cs typeface="东文宋体" charset="0"/>
                  <a:sym typeface="+mn-ea"/>
                </a:rPr>
                <a:t>と</a:t>
              </a:r>
              <a:r>
                <a:rPr lang="en-US" altLang="ja-JP" sz="1200" b="1" dirty="0">
                  <a:solidFill>
                    <a:schemeClr val="bg1"/>
                  </a:solidFill>
                  <a:latin typeface="东文宋体" charset="0"/>
                  <a:cs typeface="东文宋体" charset="0"/>
                  <a:sym typeface="+mn-ea"/>
                </a:rPr>
                <a:t>CO2</a:t>
              </a:r>
              <a:r>
                <a:rPr lang="ja-JP" altLang="en-US" sz="1200" b="1" dirty="0">
                  <a:solidFill>
                    <a:schemeClr val="bg1"/>
                  </a:solidFill>
                  <a:latin typeface="东文宋体" charset="0"/>
                  <a:cs typeface="东文宋体" charset="0"/>
                  <a:sym typeface="+mn-ea"/>
                </a:rPr>
                <a:t>排出問題</a:t>
              </a:r>
              <a:endParaRPr lang="x-none" sz="1200" b="1" dirty="0">
                <a:solidFill>
                  <a:schemeClr val="bg1"/>
                </a:solidFill>
                <a:latin typeface="东文宋体" charset="0"/>
                <a:cs typeface="东文宋体" charset="0"/>
                <a:sym typeface="+mn-ea"/>
              </a:endParaRPr>
            </a:p>
          </p:txBody>
        </p:sp>
      </p:grp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C1B3CAF-5C68-287C-F031-E8F9A73C05CA}"/>
              </a:ext>
            </a:extLst>
          </p:cNvPr>
          <p:cNvSpPr txBox="1"/>
          <p:nvPr/>
        </p:nvSpPr>
        <p:spPr>
          <a:xfrm>
            <a:off x="170251" y="1297550"/>
            <a:ext cx="38469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/>
              <a:t>現在、社会における</a:t>
            </a:r>
            <a:r>
              <a:rPr lang="en-US" sz="1200" dirty="0"/>
              <a:t>AI</a:t>
            </a:r>
            <a:r>
              <a:rPr lang="ja-JP" altLang="en-US" sz="1200"/>
              <a:t>の使用率は高まっています。</a:t>
            </a:r>
            <a:r>
              <a:rPr lang="en-US" sz="1200" dirty="0"/>
              <a:t>AI</a:t>
            </a:r>
            <a:r>
              <a:rPr lang="ja-JP" altLang="en-US" sz="1200"/>
              <a:t>システムの稼働には大きなエネルギー消費と</a:t>
            </a:r>
            <a:r>
              <a:rPr lang="en-US" sz="1200" dirty="0"/>
              <a:t>CO₂</a:t>
            </a:r>
            <a:r>
              <a:rPr lang="ja-JP" altLang="en-US" sz="1200"/>
              <a:t>の排出が伴い、世界的に持続可能な</a:t>
            </a:r>
            <a:r>
              <a:rPr lang="en-US" sz="1200" dirty="0"/>
              <a:t>AI</a:t>
            </a:r>
            <a:r>
              <a:rPr lang="ja-JP" altLang="en-US" sz="1200"/>
              <a:t>システムが求められています。本研究室では、省電力メモリとニューラルネットワークを組み合わせることで、消費電力と環境負荷を最小限に抑えたカーボンニュートラル</a:t>
            </a:r>
            <a:r>
              <a:rPr lang="en-US" sz="1200" dirty="0"/>
              <a:t>AI</a:t>
            </a:r>
            <a:r>
              <a:rPr lang="ja-JP" altLang="en-US" sz="1200"/>
              <a:t>システムの開発を進めています。</a:t>
            </a:r>
            <a:endParaRPr kumimoji="1" lang="ja-JP" altLang="en-US" sz="12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F37EBADF-AB92-1341-5FD5-0FE87F225650}"/>
              </a:ext>
            </a:extLst>
          </p:cNvPr>
          <p:cNvSpPr txBox="1"/>
          <p:nvPr/>
        </p:nvSpPr>
        <p:spPr>
          <a:xfrm>
            <a:off x="3817576" y="2588051"/>
            <a:ext cx="31466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 dirty="0"/>
              <a:t>(</a:t>
            </a:r>
            <a:r>
              <a:rPr kumimoji="1" lang="ja-JP" altLang="en-US" sz="1000" dirty="0"/>
              <a:t>スタンフォード</a:t>
            </a:r>
            <a:r>
              <a:rPr kumimoji="1" lang="en-US" altLang="ja-JP" sz="1000" dirty="0"/>
              <a:t>HAI</a:t>
            </a:r>
            <a:r>
              <a:rPr kumimoji="1" lang="ja-JP" altLang="en-US" sz="1000" dirty="0"/>
              <a:t>、</a:t>
            </a:r>
            <a:r>
              <a:rPr kumimoji="1" lang="en-US" altLang="ja-JP" sz="1000" dirty="0"/>
              <a:t>2023</a:t>
            </a:r>
            <a:r>
              <a:rPr kumimoji="1" lang="ja-JP" altLang="en-US" sz="1000" dirty="0"/>
              <a:t>年</a:t>
            </a:r>
            <a:r>
              <a:rPr kumimoji="1" lang="en-US" altLang="ja-JP" sz="1000" dirty="0"/>
              <a:t>AI</a:t>
            </a:r>
            <a:r>
              <a:rPr kumimoji="1" lang="ja-JP" altLang="en-US" sz="1000" dirty="0"/>
              <a:t>の</a:t>
            </a:r>
            <a:r>
              <a:rPr kumimoji="1" lang="ja-JP" altLang="en-US" sz="1000"/>
              <a:t>現状</a:t>
            </a:r>
            <a:r>
              <a:rPr kumimoji="1" lang="en-US" altLang="ja-JP" sz="1000" dirty="0"/>
              <a:t>) [4]</a:t>
            </a:r>
            <a:endParaRPr kumimoji="1" lang="ja-JP" altLang="en-US" sz="1000" dirty="0"/>
          </a:p>
        </p:txBody>
      </p:sp>
      <p:grpSp>
        <p:nvGrpSpPr>
          <p:cNvPr id="27" name="Group 9">
            <a:extLst>
              <a:ext uri="{FF2B5EF4-FFF2-40B4-BE49-F238E27FC236}">
                <a16:creationId xmlns:a16="http://schemas.microsoft.com/office/drawing/2014/main" id="{8ED9A8A4-DE01-4263-8C45-B2354D22F771}"/>
              </a:ext>
            </a:extLst>
          </p:cNvPr>
          <p:cNvGrpSpPr/>
          <p:nvPr/>
        </p:nvGrpSpPr>
        <p:grpSpPr>
          <a:xfrm>
            <a:off x="101600" y="2947252"/>
            <a:ext cx="6660414" cy="2197157"/>
            <a:chOff x="229" y="1656"/>
            <a:chExt cx="5045" cy="2180"/>
          </a:xfrm>
        </p:grpSpPr>
        <p:sp>
          <p:nvSpPr>
            <p:cNvPr id="28" name="Rounded Rectangle 138">
              <a:extLst>
                <a:ext uri="{FF2B5EF4-FFF2-40B4-BE49-F238E27FC236}">
                  <a16:creationId xmlns:a16="http://schemas.microsoft.com/office/drawing/2014/main" id="{3EED14D5-4E1F-41B2-9565-089D152FF200}"/>
                </a:ext>
              </a:extLst>
            </p:cNvPr>
            <p:cNvSpPr/>
            <p:nvPr/>
          </p:nvSpPr>
          <p:spPr>
            <a:xfrm>
              <a:off x="231" y="1672"/>
              <a:ext cx="5043" cy="2164"/>
            </a:xfrm>
            <a:prstGeom prst="roundRect">
              <a:avLst>
                <a:gd name="adj" fmla="val 3406"/>
              </a:avLst>
            </a:prstGeom>
            <a:noFill/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ounded Rectangle 90">
              <a:extLst>
                <a:ext uri="{FF2B5EF4-FFF2-40B4-BE49-F238E27FC236}">
                  <a16:creationId xmlns:a16="http://schemas.microsoft.com/office/drawing/2014/main" id="{D04DCB10-C016-3560-9853-42142C5A4869}"/>
                </a:ext>
              </a:extLst>
            </p:cNvPr>
            <p:cNvSpPr/>
            <p:nvPr/>
          </p:nvSpPr>
          <p:spPr>
            <a:xfrm>
              <a:off x="229" y="1656"/>
              <a:ext cx="5045" cy="309"/>
            </a:xfrm>
            <a:prstGeom prst="roundRect">
              <a:avLst/>
            </a:prstGeom>
            <a:solidFill>
              <a:srgbClr val="00847E"/>
            </a:solidFill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/>
              <a:r>
                <a:rPr lang="ja-JP" altLang="en-US" sz="1200" b="1" dirty="0">
                  <a:solidFill>
                    <a:schemeClr val="bg1"/>
                  </a:solidFill>
                  <a:latin typeface="东文宋体" charset="0"/>
                  <a:cs typeface="东文宋体" charset="0"/>
                  <a:sym typeface="+mn-ea"/>
                </a:rPr>
                <a:t>システム概要</a:t>
              </a:r>
              <a:endParaRPr lang="x-none" sz="1200" b="1" dirty="0">
                <a:solidFill>
                  <a:schemeClr val="bg1"/>
                </a:solidFill>
                <a:latin typeface="东文宋体" charset="0"/>
                <a:cs typeface="东文宋体" charset="0"/>
                <a:sym typeface="+mn-ea"/>
              </a:endParaRPr>
            </a:p>
          </p:txBody>
        </p:sp>
      </p:grp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1220FB19-0F58-CF88-DBAD-2837925251F9}"/>
              </a:ext>
            </a:extLst>
          </p:cNvPr>
          <p:cNvSpPr txBox="1"/>
          <p:nvPr/>
        </p:nvSpPr>
        <p:spPr>
          <a:xfrm>
            <a:off x="187736" y="3316871"/>
            <a:ext cx="653161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dirty="0"/>
              <a:t>システムは以下の</a:t>
            </a:r>
            <a:r>
              <a:rPr kumimoji="1" lang="en-US" altLang="ja-JP" sz="1100" dirty="0"/>
              <a:t>4</a:t>
            </a:r>
            <a:r>
              <a:rPr kumimoji="1" lang="ja-JP" altLang="en-US" sz="1100" dirty="0"/>
              <a:t>つで構成されています。</a:t>
            </a:r>
            <a:endParaRPr kumimoji="1" lang="en-US" altLang="ja-JP" sz="1100" dirty="0"/>
          </a:p>
          <a:p>
            <a:r>
              <a:rPr kumimoji="1" lang="ja-JP" altLang="en-US" sz="1100" dirty="0"/>
              <a:t>・発電システム</a:t>
            </a:r>
            <a:br>
              <a:rPr kumimoji="1" lang="vi-VN" altLang="ja-JP" sz="1100" dirty="0"/>
            </a:br>
            <a:r>
              <a:rPr kumimoji="1" lang="ja-JP" altLang="en-US" sz="1100" dirty="0"/>
              <a:t>・高エネルギー効率エンセンブル・ラーニング</a:t>
            </a:r>
            <a:endParaRPr kumimoji="1" lang="en-US" altLang="ja-JP" sz="1100" dirty="0"/>
          </a:p>
          <a:p>
            <a:r>
              <a:rPr kumimoji="1" lang="ja-JP" altLang="en-US" sz="1100" dirty="0"/>
              <a:t>・省電力化技術</a:t>
            </a:r>
            <a:endParaRPr kumimoji="1" lang="en-US" altLang="ja-JP" sz="1100" dirty="0"/>
          </a:p>
          <a:p>
            <a:r>
              <a:rPr kumimoji="1" lang="ja-JP" altLang="en-US" sz="1100" dirty="0"/>
              <a:t>・エネルギー適応技術</a:t>
            </a:r>
            <a:endParaRPr kumimoji="1" lang="en-US" altLang="ja-JP" sz="1100" dirty="0"/>
          </a:p>
          <a:p>
            <a:r>
              <a:rPr lang="ja-JP" altLang="en-US" sz="1100"/>
              <a:t>この</a:t>
            </a:r>
            <a:r>
              <a:rPr lang="ja-JP" altLang="en-US" sz="1100" dirty="0"/>
              <a:t>システムの目標は、消費電力をすべて発電エネルギーで賄うことで、カーボンニュートラルな</a:t>
            </a:r>
            <a:r>
              <a:rPr lang="en-US" altLang="ja-JP" sz="1100" dirty="0"/>
              <a:t>AI</a:t>
            </a:r>
            <a:r>
              <a:rPr lang="ja-JP" altLang="en-US" sz="1100" dirty="0"/>
              <a:t>コンピューティングを実現することです。</a:t>
            </a:r>
            <a:r>
              <a:rPr lang="en-US" altLang="ja-JP" sz="1100" dirty="0"/>
              <a:t>AI</a:t>
            </a:r>
            <a:r>
              <a:rPr lang="ja-JP" altLang="en-US" sz="1100" dirty="0"/>
              <a:t>の学習フェーズでは発電されたエネルギーを使用しローカルでオンチップ学習が行われます。推論フェーズではメモリのスタッキング、電圧スケーリング、パワーゲーティングなどの技術によって電力を削減します。さらに発電量の変化に応じて動作を適応させ、信頼性を高めています。</a:t>
            </a:r>
            <a:endParaRPr kumimoji="1" lang="en-US" altLang="ja-JP" sz="1100" dirty="0"/>
          </a:p>
        </p:txBody>
      </p:sp>
      <p:grpSp>
        <p:nvGrpSpPr>
          <p:cNvPr id="49" name="Group 9">
            <a:extLst>
              <a:ext uri="{FF2B5EF4-FFF2-40B4-BE49-F238E27FC236}">
                <a16:creationId xmlns:a16="http://schemas.microsoft.com/office/drawing/2014/main" id="{2AF135C1-918F-6E1E-0A89-47D2B676D956}"/>
              </a:ext>
            </a:extLst>
          </p:cNvPr>
          <p:cNvGrpSpPr/>
          <p:nvPr/>
        </p:nvGrpSpPr>
        <p:grpSpPr>
          <a:xfrm>
            <a:off x="101411" y="5214669"/>
            <a:ext cx="6663054" cy="3753545"/>
            <a:chOff x="229" y="1834"/>
            <a:chExt cx="5045" cy="2002"/>
          </a:xfrm>
        </p:grpSpPr>
        <p:sp>
          <p:nvSpPr>
            <p:cNvPr id="50" name="Rounded Rectangle 138">
              <a:extLst>
                <a:ext uri="{FF2B5EF4-FFF2-40B4-BE49-F238E27FC236}">
                  <a16:creationId xmlns:a16="http://schemas.microsoft.com/office/drawing/2014/main" id="{98FF7852-EB09-03EF-6430-C22DA7A91FC9}"/>
                </a:ext>
              </a:extLst>
            </p:cNvPr>
            <p:cNvSpPr/>
            <p:nvPr/>
          </p:nvSpPr>
          <p:spPr>
            <a:xfrm>
              <a:off x="231" y="1864"/>
              <a:ext cx="5043" cy="1972"/>
            </a:xfrm>
            <a:prstGeom prst="roundRect">
              <a:avLst>
                <a:gd name="adj" fmla="val 951"/>
              </a:avLst>
            </a:prstGeom>
            <a:noFill/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ounded Rectangle 90">
              <a:extLst>
                <a:ext uri="{FF2B5EF4-FFF2-40B4-BE49-F238E27FC236}">
                  <a16:creationId xmlns:a16="http://schemas.microsoft.com/office/drawing/2014/main" id="{06867DD2-E5F5-F1D5-7511-1A0181095444}"/>
                </a:ext>
              </a:extLst>
            </p:cNvPr>
            <p:cNvSpPr/>
            <p:nvPr/>
          </p:nvSpPr>
          <p:spPr>
            <a:xfrm>
              <a:off x="229" y="1834"/>
              <a:ext cx="5045" cy="216"/>
            </a:xfrm>
            <a:prstGeom prst="roundRect">
              <a:avLst>
                <a:gd name="adj" fmla="val 8304"/>
              </a:avLst>
            </a:prstGeom>
            <a:solidFill>
              <a:srgbClr val="00847E"/>
            </a:solidFill>
            <a:ln w="2540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/>
              <a:r>
                <a:rPr lang="ja-JP" altLang="en-US" sz="1200" b="1">
                  <a:solidFill>
                    <a:schemeClr val="bg1"/>
                  </a:solidFill>
                  <a:latin typeface="东文宋体" charset="0"/>
                  <a:cs typeface="东文宋体" charset="0"/>
                  <a:sym typeface="+mn-ea"/>
                </a:rPr>
                <a:t>スパイキング</a:t>
              </a:r>
              <a:r>
                <a:rPr lang="en-US" altLang="ja-JP" sz="1200" b="1" dirty="0">
                  <a:solidFill>
                    <a:schemeClr val="bg1"/>
                  </a:solidFill>
                  <a:latin typeface="东文宋体" charset="0"/>
                  <a:cs typeface="东文宋体" charset="0"/>
                  <a:sym typeface="+mn-ea"/>
                </a:rPr>
                <a:t> </a:t>
              </a:r>
              <a:r>
                <a:rPr lang="ja-JP" altLang="en-US" sz="1200" b="1">
                  <a:solidFill>
                    <a:schemeClr val="bg1"/>
                  </a:solidFill>
                  <a:latin typeface="东文宋体" charset="0"/>
                  <a:cs typeface="东文宋体" charset="0"/>
                  <a:sym typeface="+mn-ea"/>
                </a:rPr>
                <a:t>ニューラルネットワーク</a:t>
              </a:r>
              <a:endParaRPr lang="x-none" sz="1200" b="1" dirty="0">
                <a:solidFill>
                  <a:schemeClr val="bg1"/>
                </a:solidFill>
                <a:latin typeface="东文宋体" charset="0"/>
                <a:cs typeface="东文宋体" charset="0"/>
                <a:sym typeface="+mn-ea"/>
              </a:endParaRPr>
            </a:p>
          </p:txBody>
        </p:sp>
      </p:grpSp>
      <p:sp>
        <p:nvSpPr>
          <p:cNvPr id="127" name="Rounded Rectangle 138">
            <a:extLst>
              <a:ext uri="{FF2B5EF4-FFF2-40B4-BE49-F238E27FC236}">
                <a16:creationId xmlns:a16="http://schemas.microsoft.com/office/drawing/2014/main" id="{07E040F8-9EFA-967B-6EB7-1C7DD7365BB3}"/>
              </a:ext>
            </a:extLst>
          </p:cNvPr>
          <p:cNvSpPr/>
          <p:nvPr/>
        </p:nvSpPr>
        <p:spPr>
          <a:xfrm>
            <a:off x="101411" y="9029530"/>
            <a:ext cx="5886794" cy="846601"/>
          </a:xfrm>
          <a:prstGeom prst="roundRect">
            <a:avLst>
              <a:gd name="adj" fmla="val 7443"/>
            </a:avLst>
          </a:prstGeom>
          <a:noFill/>
          <a:ln w="254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テキスト ボックス 128">
            <a:extLst>
              <a:ext uri="{FF2B5EF4-FFF2-40B4-BE49-F238E27FC236}">
                <a16:creationId xmlns:a16="http://schemas.microsoft.com/office/drawing/2014/main" id="{8125E3F2-DC0A-7E53-78DB-8EBD57645F72}"/>
              </a:ext>
            </a:extLst>
          </p:cNvPr>
          <p:cNvSpPr txBox="1"/>
          <p:nvPr/>
        </p:nvSpPr>
        <p:spPr>
          <a:xfrm>
            <a:off x="93536" y="9270184"/>
            <a:ext cx="58054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" dirty="0">
                <a:latin typeface="Arial" panose="020B0604020202020204" pitchFamily="34" charset="0"/>
                <a:cs typeface="Arial" panose="020B0604020202020204" pitchFamily="34" charset="0"/>
              </a:rPr>
              <a:t>[1] “</a:t>
            </a:r>
            <a:r>
              <a:rPr kumimoji="1" lang="en-US" altLang="ja-JP" sz="600" dirty="0" err="1">
                <a:latin typeface="Arial" panose="020B0604020202020204" pitchFamily="34" charset="0"/>
                <a:cs typeface="Arial" panose="020B0604020202020204" pitchFamily="34" charset="0"/>
              </a:rPr>
              <a:t>EnsembleSTDP</a:t>
            </a:r>
            <a:r>
              <a:rPr kumimoji="1" lang="en-US" altLang="ja-JP" sz="600" dirty="0">
                <a:latin typeface="Arial" panose="020B0604020202020204" pitchFamily="34" charset="0"/>
                <a:cs typeface="Arial" panose="020B0604020202020204" pitchFamily="34" charset="0"/>
              </a:rPr>
              <a:t>: Distributed in-situ spike timing dependent plasticity learning in spiking neural networks”, </a:t>
            </a:r>
            <a:r>
              <a:rPr lang="en-US" sz="600" b="1" dirty="0">
                <a:latin typeface="Arial" panose="020B0604020202020204" pitchFamily="34" charset="0"/>
                <a:cs typeface="Arial" panose="020B0604020202020204" pitchFamily="34" charset="0"/>
              </a:rPr>
              <a:t>DOI: 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10.1109/MCSoC64144.2024.00077</a:t>
            </a:r>
            <a:endParaRPr kumimoji="1" lang="en-US" altLang="ja-JP" sz="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en-US" altLang="ja-JP" sz="600" dirty="0">
                <a:latin typeface="Arial" panose="020B0604020202020204" pitchFamily="34" charset="0"/>
                <a:cs typeface="Arial" panose="020B0604020202020204" pitchFamily="34" charset="0"/>
              </a:rPr>
              <a:t>[2</a:t>
            </a:r>
            <a:r>
              <a:rPr kumimoji="1" lang="vi-VN" altLang="ja-JP" sz="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]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</a:t>
            </a:r>
            <a:r>
              <a:rPr lang="en-US" altLang="ja-JP" sz="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Khanh N. Dang, A. Ben Abdallah, Nguyen Ngo Doanh,  [</a:t>
            </a:r>
            <a:r>
              <a:rPr lang="ja-JP" altLang="en-US" sz="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ニューラルネットワークプロセッサ</a:t>
            </a:r>
            <a:r>
              <a:rPr lang="en-US" altLang="ja-JP" sz="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], </a:t>
            </a:r>
            <a:r>
              <a:rPr lang="ja-JP" altLang="en-US" sz="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特願 </a:t>
            </a:r>
            <a:r>
              <a:rPr lang="en-US" altLang="ja-JP" sz="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2024-047372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</a:t>
            </a:r>
            <a:br>
              <a:rPr lang="en-US" sz="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[3] “</a:t>
            </a:r>
            <a:r>
              <a:rPr lang="en-US" sz="600" dirty="0" err="1">
                <a:latin typeface="Arial" panose="020B0604020202020204" pitchFamily="34" charset="0"/>
                <a:cs typeface="Arial" panose="020B0604020202020204" pitchFamily="34" charset="0"/>
              </a:rPr>
              <a:t>ApproxiMorph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: Energy-efficient Neuromorphic System with Layer-wise Approximation of Spiking Neural Networks and 3D-Stacked SRAM”,    </a:t>
            </a:r>
          </a:p>
          <a:p>
            <a:r>
              <a:rPr lang="en-US" sz="600" b="1" dirty="0">
                <a:latin typeface="Arial" panose="020B0604020202020204" pitchFamily="34" charset="0"/>
                <a:cs typeface="Arial" panose="020B0604020202020204" pitchFamily="34" charset="0"/>
              </a:rPr>
              <a:t>     DOI: 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10.1016/10.1109/TCAD.2025.3597251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en-US" altLang="ja-JP" sz="600" dirty="0">
                <a:latin typeface="Arial" panose="020B0604020202020204" pitchFamily="34" charset="0"/>
                <a:cs typeface="Arial" panose="020B0604020202020204" pitchFamily="34" charset="0"/>
              </a:rPr>
              <a:t>[4] https://</a:t>
            </a:r>
            <a:r>
              <a:rPr kumimoji="1" lang="en-US" altLang="ja-JP" sz="600" dirty="0" err="1">
                <a:latin typeface="Arial" panose="020B0604020202020204" pitchFamily="34" charset="0"/>
                <a:cs typeface="Arial" panose="020B0604020202020204" pitchFamily="34" charset="0"/>
              </a:rPr>
              <a:t>hai.stanford.edu</a:t>
            </a:r>
            <a:r>
              <a:rPr kumimoji="1" lang="en-US" altLang="ja-JP" sz="600" dirty="0">
                <a:latin typeface="Arial" panose="020B0604020202020204" pitchFamily="34" charset="0"/>
                <a:cs typeface="Arial" panose="020B0604020202020204" pitchFamily="34" charset="0"/>
              </a:rPr>
              <a:t>/news/2023-state-ai-14-charts</a:t>
            </a:r>
          </a:p>
        </p:txBody>
      </p:sp>
      <p:sp>
        <p:nvSpPr>
          <p:cNvPr id="130" name="Rounded Rectangle 90">
            <a:extLst>
              <a:ext uri="{FF2B5EF4-FFF2-40B4-BE49-F238E27FC236}">
                <a16:creationId xmlns:a16="http://schemas.microsoft.com/office/drawing/2014/main" id="{08055F90-23CD-F701-36AF-3950F429795B}"/>
              </a:ext>
            </a:extLst>
          </p:cNvPr>
          <p:cNvSpPr/>
          <p:nvPr/>
        </p:nvSpPr>
        <p:spPr>
          <a:xfrm>
            <a:off x="101411" y="9026401"/>
            <a:ext cx="5886794" cy="269424"/>
          </a:xfrm>
          <a:prstGeom prst="roundRect">
            <a:avLst/>
          </a:prstGeom>
          <a:solidFill>
            <a:srgbClr val="00847E"/>
          </a:solidFill>
          <a:ln w="254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ja-JP" altLang="en-US" sz="1050" b="1" dirty="0">
                <a:solidFill>
                  <a:schemeClr val="bg1"/>
                </a:solidFill>
                <a:latin typeface="东文宋体" charset="0"/>
                <a:cs typeface="东文宋体" charset="0"/>
                <a:sym typeface="+mn-ea"/>
              </a:rPr>
              <a:t>参考文献</a:t>
            </a:r>
            <a:endParaRPr lang="x-none" sz="1050" b="1" dirty="0">
              <a:solidFill>
                <a:schemeClr val="bg1"/>
              </a:solidFill>
              <a:latin typeface="东文宋体" charset="0"/>
              <a:cs typeface="东文宋体" charset="0"/>
              <a:sym typeface="+mn-ea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FF01F70-978E-B9B6-7F9C-F8038A63E1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07840" y="1217796"/>
            <a:ext cx="2394023" cy="13466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E36625-95E9-4AFB-92F1-0B3118F4F42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15541" y="9067798"/>
            <a:ext cx="792182" cy="792182"/>
          </a:xfrm>
          <a:prstGeom prst="rect">
            <a:avLst/>
          </a:prstGeom>
        </p:spPr>
      </p:pic>
      <p:pic>
        <p:nvPicPr>
          <p:cNvPr id="1026" name="Picture 2" descr="Innovation Japan Banner">
            <a:extLst>
              <a:ext uri="{FF2B5EF4-FFF2-40B4-BE49-F238E27FC236}">
                <a16:creationId xmlns:a16="http://schemas.microsoft.com/office/drawing/2014/main" id="{97F8F50A-FE94-9583-C571-5C19793955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5818" y="82566"/>
            <a:ext cx="653530" cy="653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Box 165">
            <a:extLst>
              <a:ext uri="{FF2B5EF4-FFF2-40B4-BE49-F238E27FC236}">
                <a16:creationId xmlns:a16="http://schemas.microsoft.com/office/drawing/2014/main" id="{8549E100-0CC6-7E1B-046D-E3E8EEEFB263}"/>
              </a:ext>
            </a:extLst>
          </p:cNvPr>
          <p:cNvSpPr txBox="1"/>
          <p:nvPr/>
        </p:nvSpPr>
        <p:spPr>
          <a:xfrm>
            <a:off x="3877734" y="573122"/>
            <a:ext cx="1844992" cy="2308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r">
              <a:buFont typeface="Arial" panose="02080604020202020204" pitchFamily="34" charset="0"/>
              <a:buNone/>
            </a:pPr>
            <a:r>
              <a:rPr lang="ja-JP" altLang="en-US" sz="900" b="1">
                <a:solidFill>
                  <a:schemeClr val="accent4">
                    <a:lumMod val="50000"/>
                  </a:schemeClr>
                </a:solidFill>
                <a:latin typeface="东文宋体" charset="0"/>
                <a:cs typeface="东文宋体" charset="0"/>
              </a:rPr>
              <a:t>会津大学</a:t>
            </a:r>
            <a:r>
              <a:rPr lang="en-US" altLang="ja-JP" sz="900" b="1" dirty="0">
                <a:solidFill>
                  <a:schemeClr val="accent4">
                    <a:lumMod val="50000"/>
                  </a:schemeClr>
                </a:solidFill>
                <a:latin typeface="东文宋体" charset="0"/>
                <a:cs typeface="东文宋体" charset="0"/>
              </a:rPr>
              <a:t> </a:t>
            </a:r>
            <a:r>
              <a:rPr lang="en-US" sz="900" b="1" dirty="0">
                <a:solidFill>
                  <a:schemeClr val="accent4">
                    <a:lumMod val="50000"/>
                  </a:schemeClr>
                </a:solidFill>
                <a:latin typeface="东文宋体" charset="0"/>
                <a:cs typeface="东文宋体" charset="0"/>
              </a:rPr>
              <a:t>DANG Nam Khanh</a:t>
            </a:r>
            <a:endParaRPr lang="x-none" sz="900" b="1" dirty="0">
              <a:solidFill>
                <a:schemeClr val="accent4">
                  <a:lumMod val="50000"/>
                </a:schemeClr>
              </a:solidFill>
              <a:latin typeface="东文宋体" charset="0"/>
              <a:cs typeface="东文宋体" charset="0"/>
            </a:endParaRPr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EA688981-5F98-EABA-5B2D-E7D06F5077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6792" y="5675894"/>
            <a:ext cx="6650931" cy="32230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3089</TotalTime>
  <Words>305</Words>
  <Application>Microsoft Macintosh PowerPoint</Application>
  <PresentationFormat>A4 Paper (210x297 mm)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东文宋体</vt:lpstr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MANH HIEP DAO</dc:creator>
  <cp:lastModifiedBy>Khanh Dang</cp:lastModifiedBy>
  <cp:revision>64</cp:revision>
  <cp:lastPrinted>2025-08-07T07:03:33Z</cp:lastPrinted>
  <dcterms:created xsi:type="dcterms:W3CDTF">2023-10-09T10:40:30Z</dcterms:created>
  <dcterms:modified xsi:type="dcterms:W3CDTF">2025-08-25T03:26:07Z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1033-10.1.0.6757</vt:lpwstr>
  </property>
</Properties>
</file>